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7" r:id="rId2"/>
  </p:sldMasterIdLst>
  <p:notesMasterIdLst>
    <p:notesMasterId r:id="rId6"/>
  </p:notesMasterIdLst>
  <p:sldIdLst>
    <p:sldId id="1611" r:id="rId3"/>
    <p:sldId id="2447" r:id="rId4"/>
    <p:sldId id="2448" r:id="rId5"/>
  </p:sldIdLst>
  <p:sldSz cx="12192000" cy="6858000"/>
  <p:notesSz cx="6858000" cy="9144000"/>
  <p:defaultTextStyle>
    <a:defPPr>
      <a:defRPr lang="en-ZM"/>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3.xml"/><Relationship Id="rId10"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M"/>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B68185-A4B7-4B35-B74A-FC4D4067EAD9}" type="datetimeFigureOut">
              <a:rPr lang="en-ZM" smtClean="0"/>
              <a:t>23/09/2024</a:t>
            </a:fld>
            <a:endParaRPr lang="en-ZM"/>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M"/>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M"/>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771564-A15F-4FF2-AB48-8050759557CE}" type="slidenum">
              <a:rPr lang="en-ZM" smtClean="0"/>
              <a:t>‹#›</a:t>
            </a:fld>
            <a:endParaRPr lang="en-ZM"/>
          </a:p>
        </p:txBody>
      </p:sp>
    </p:spTree>
    <p:extLst>
      <p:ext uri="{BB962C8B-B14F-4D97-AF65-F5344CB8AC3E}">
        <p14:creationId xmlns:p14="http://schemas.microsoft.com/office/powerpoint/2010/main" val="23009154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5894719-E0B8-4169-AC8E-449F85F745C6}"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3583501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M"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5894719-E0B8-4169-AC8E-449F85F745C6}" type="slidenum">
              <a:rPr kumimoji="0" lang="en-US" sz="1200" b="0" i="0" u="none" strike="noStrike" kern="1200" cap="none" spc="0" normalizeH="0" baseline="0" noProof="0" smtClean="0">
                <a:ln>
                  <a:noFill/>
                </a:ln>
                <a:solidFill>
                  <a:prstClr val="black"/>
                </a:solidFill>
                <a:effectLst/>
                <a:uLnTx/>
                <a:uFillTx/>
                <a:latin typeface="Calibri"/>
                <a:ea typeface="+mn-ea"/>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Tree>
    <p:extLst>
      <p:ext uri="{BB962C8B-B14F-4D97-AF65-F5344CB8AC3E}">
        <p14:creationId xmlns:p14="http://schemas.microsoft.com/office/powerpoint/2010/main" val="1003329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M"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5894719-E0B8-4169-AC8E-449F85F745C6}" type="slidenum">
              <a:rPr kumimoji="0" lang="en-US" sz="1200" b="0" i="0" u="none" strike="noStrike" kern="1200" cap="none" spc="0" normalizeH="0" baseline="0" noProof="0" smtClean="0">
                <a:ln>
                  <a:noFill/>
                </a:ln>
                <a:solidFill>
                  <a:prstClr val="black"/>
                </a:solidFill>
                <a:effectLst/>
                <a:uLnTx/>
                <a:uFillTx/>
                <a:latin typeface="Calibri"/>
                <a:ea typeface="+mn-ea"/>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Tree>
    <p:extLst>
      <p:ext uri="{BB962C8B-B14F-4D97-AF65-F5344CB8AC3E}">
        <p14:creationId xmlns:p14="http://schemas.microsoft.com/office/powerpoint/2010/main" val="21204049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bwMode="ltGray">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prstGeom prst="rect">
            <a:avLst/>
          </a:prstGeo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a:prstGeom prst="rect">
            <a:avLst/>
          </a:prstGeo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a:prstGeom prst="rect">
            <a:avLst/>
          </a:prstGeom>
        </p:spPr>
        <p:txBody>
          <a:bodyPr/>
          <a:lstStyle>
            <a:lvl1pPr>
              <a:defRPr>
                <a:solidFill>
                  <a:schemeClr val="accent1">
                    <a:lumMod val="75000"/>
                    <a:lumOff val="25000"/>
                  </a:schemeClr>
                </a:solidFill>
              </a:defRPr>
            </a:lvl1pPr>
          </a:lstStyle>
          <a:p>
            <a:fld id="{C0121A6A-3FAA-414E-B15C-DA9C584A1686}" type="datetime1">
              <a:rPr lang="en-US" smtClean="0"/>
              <a:pPr/>
              <a:t>9/23/2024</a:t>
            </a:fld>
            <a:endParaRPr lang="en-US" dirty="0"/>
          </a:p>
        </p:txBody>
      </p:sp>
      <p:sp>
        <p:nvSpPr>
          <p:cNvPr id="5" name="Footer Placeholder 4"/>
          <p:cNvSpPr>
            <a:spLocks noGrp="1"/>
          </p:cNvSpPr>
          <p:nvPr>
            <p:ph type="ftr" sz="quarter" idx="11"/>
          </p:nvPr>
        </p:nvSpPr>
        <p:spPr>
          <a:xfrm>
            <a:off x="581192" y="5951811"/>
            <a:ext cx="6917210" cy="365125"/>
          </a:xfrm>
          <a:prstGeom prst="rect">
            <a:avLst/>
          </a:prstGeo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a:prstGeom prst="rect">
            <a:avLst/>
          </a:prstGeo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11321270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5464970" y="6483349"/>
            <a:ext cx="1052508" cy="365125"/>
          </a:xfrm>
          <a:prstGeom prst="rect">
            <a:avLst/>
          </a:prstGeom>
        </p:spPr>
        <p:txBody>
          <a:bodyPr/>
          <a:lstStyle>
            <a:lvl1pPr>
              <a:defRPr>
                <a:solidFill>
                  <a:schemeClr val="tx1"/>
                </a:solidFill>
              </a:defRPr>
            </a:lvl1pPr>
          </a:lstStyle>
          <a:p>
            <a:fld id="{D57F1E4F-1CFF-5643-939E-217C01CDF565}" type="slidenum">
              <a:rPr lang="en-US" smtClean="0"/>
              <a:pPr/>
              <a:t>‹#›</a:t>
            </a:fld>
            <a:endParaRPr lang="en-US" dirty="0"/>
          </a:p>
        </p:txBody>
      </p:sp>
      <p:pic>
        <p:nvPicPr>
          <p:cNvPr id="7" name="Picture 6">
            <a:extLst>
              <a:ext uri="{FF2B5EF4-FFF2-40B4-BE49-F238E27FC236}">
                <a16:creationId xmlns:a16="http://schemas.microsoft.com/office/drawing/2014/main" id="{40801262-835D-4901-BD8E-77F470D5499E}"/>
              </a:ext>
            </a:extLst>
          </p:cNvPr>
          <p:cNvPicPr>
            <a:picLocks noChangeAspect="1"/>
          </p:cNvPicPr>
          <p:nvPr userDrawn="1"/>
        </p:nvPicPr>
        <p:blipFill>
          <a:blip r:embed="rId2"/>
          <a:stretch>
            <a:fillRect/>
          </a:stretch>
        </p:blipFill>
        <p:spPr>
          <a:xfrm>
            <a:off x="11464369" y="6185775"/>
            <a:ext cx="546655" cy="595149"/>
          </a:xfrm>
          <a:prstGeom prst="rect">
            <a:avLst/>
          </a:prstGeom>
        </p:spPr>
      </p:pic>
    </p:spTree>
    <p:extLst>
      <p:ext uri="{BB962C8B-B14F-4D97-AF65-F5344CB8AC3E}">
        <p14:creationId xmlns:p14="http://schemas.microsoft.com/office/powerpoint/2010/main" val="5897614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bwMode="ltGray">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a:prstGeom prst="rect">
            <a:avLst/>
          </a:prstGeo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a:prstGeom prst="rect">
            <a:avLst/>
          </a:prstGeo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605951" y="5956137"/>
            <a:ext cx="2844799" cy="365125"/>
          </a:xfrm>
          <a:prstGeom prst="rect">
            <a:avLst/>
          </a:prstGeom>
        </p:spPr>
        <p:txBody>
          <a:bodyPr/>
          <a:lstStyle>
            <a:lvl1pPr>
              <a:defRPr>
                <a:solidFill>
                  <a:schemeClr val="accent1">
                    <a:lumMod val="75000"/>
                    <a:lumOff val="25000"/>
                  </a:schemeClr>
                </a:solidFill>
              </a:defRPr>
            </a:lvl1pPr>
          </a:lstStyle>
          <a:p>
            <a:fld id="{CC3869AE-126B-413E-8880-246A06CAC884}" type="datetime1">
              <a:rPr lang="en-US" smtClean="0"/>
              <a:pPr/>
              <a:t>9/23/2024</a:t>
            </a:fld>
            <a:endParaRPr lang="en-US" dirty="0"/>
          </a:p>
        </p:txBody>
      </p:sp>
      <p:sp>
        <p:nvSpPr>
          <p:cNvPr id="5" name="Footer Placeholder 4"/>
          <p:cNvSpPr>
            <a:spLocks noGrp="1"/>
          </p:cNvSpPr>
          <p:nvPr>
            <p:ph type="ftr" sz="quarter" idx="11"/>
          </p:nvPr>
        </p:nvSpPr>
        <p:spPr>
          <a:xfrm>
            <a:off x="581192" y="5951811"/>
            <a:ext cx="6917210" cy="365125"/>
          </a:xfrm>
          <a:prstGeom prst="rect">
            <a:avLst/>
          </a:prstGeo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52510" cy="365125"/>
          </a:xfrm>
          <a:prstGeom prst="rect">
            <a:avLst/>
          </a:prstGeo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40774117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bwMode="ltGray">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a:prstGeom prst="rect">
            <a:avLst/>
          </a:prstGeo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a:prstGeom prst="rect">
            <a:avLst/>
          </a:prstGeo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a:prstGeom prst="rect">
            <a:avLst/>
          </a:prstGeo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7605951" y="5956137"/>
            <a:ext cx="2844799" cy="365125"/>
          </a:xfrm>
          <a:prstGeom prst="rect">
            <a:avLst/>
          </a:prstGeom>
        </p:spPr>
        <p:txBody>
          <a:bodyPr/>
          <a:lstStyle/>
          <a:p>
            <a:fld id="{787A399A-1AE5-4553-9A11-C0DE52048258}" type="datetime1">
              <a:rPr lang="en-US" smtClean="0"/>
              <a:pPr/>
              <a:t>9/23/2024</a:t>
            </a:fld>
            <a:endParaRPr lang="en-US" dirty="0"/>
          </a:p>
        </p:txBody>
      </p:sp>
      <p:sp>
        <p:nvSpPr>
          <p:cNvPr id="6" name="Footer Placeholder 5"/>
          <p:cNvSpPr>
            <a:spLocks noGrp="1"/>
          </p:cNvSpPr>
          <p:nvPr>
            <p:ph type="ftr" sz="quarter" idx="11"/>
          </p:nvPr>
        </p:nvSpPr>
        <p:spPr>
          <a:xfrm>
            <a:off x="581192" y="5951811"/>
            <a:ext cx="6917210"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10558300" y="5956137"/>
            <a:ext cx="1052510" cy="365125"/>
          </a:xfrm>
          <a:prstGeom prst="rect">
            <a:avLst/>
          </a:prstGeo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9972254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bwMode="ltGray">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a:prstGeom prst="rect">
            <a:avLst/>
          </a:prstGeo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a:prstGeom prst="rect">
            <a:avLst/>
          </a:prstGeo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a:prstGeom prst="rect">
            <a:avLst/>
          </a:prstGeo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a:prstGeom prst="rect">
            <a:avLst/>
          </a:prstGeo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a:prstGeom prst="rect">
            <a:avLst/>
          </a:prstGeo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7605951" y="5956137"/>
            <a:ext cx="2844799" cy="365125"/>
          </a:xfrm>
          <a:prstGeom prst="rect">
            <a:avLst/>
          </a:prstGeom>
        </p:spPr>
        <p:txBody>
          <a:bodyPr/>
          <a:lstStyle/>
          <a:p>
            <a:fld id="{D899BFE7-30C3-425F-AED7-D1ACE5B0984C}" type="datetime1">
              <a:rPr lang="en-US" smtClean="0"/>
              <a:pPr/>
              <a:t>9/23/2024</a:t>
            </a:fld>
            <a:endParaRPr lang="en-US" dirty="0"/>
          </a:p>
        </p:txBody>
      </p:sp>
      <p:sp>
        <p:nvSpPr>
          <p:cNvPr id="8" name="Footer Placeholder 7"/>
          <p:cNvSpPr>
            <a:spLocks noGrp="1"/>
          </p:cNvSpPr>
          <p:nvPr>
            <p:ph type="ftr" sz="quarter" idx="11"/>
          </p:nvPr>
        </p:nvSpPr>
        <p:spPr>
          <a:xfrm>
            <a:off x="581192" y="5951811"/>
            <a:ext cx="6917210" cy="365125"/>
          </a:xfrm>
          <a:prstGeom prst="rect">
            <a:avLst/>
          </a:prstGeom>
        </p:spPr>
        <p:txBody>
          <a:bodyPr/>
          <a:lstStyle/>
          <a:p>
            <a:endParaRPr lang="en-US" dirty="0"/>
          </a:p>
        </p:txBody>
      </p:sp>
      <p:sp>
        <p:nvSpPr>
          <p:cNvPr id="9" name="Slide Number Placeholder 8"/>
          <p:cNvSpPr>
            <a:spLocks noGrp="1"/>
          </p:cNvSpPr>
          <p:nvPr>
            <p:ph type="sldNum" sz="quarter" idx="12"/>
          </p:nvPr>
        </p:nvSpPr>
        <p:spPr>
          <a:xfrm>
            <a:off x="10558300" y="5956137"/>
            <a:ext cx="1052510" cy="365125"/>
          </a:xfrm>
          <a:prstGeom prst="rect">
            <a:avLst/>
          </a:prstGeo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963525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bwMode="ltGray">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a:xfrm>
            <a:off x="7605951" y="5956137"/>
            <a:ext cx="2844799" cy="365125"/>
          </a:xfrm>
          <a:prstGeom prst="rect">
            <a:avLst/>
          </a:prstGeom>
        </p:spPr>
        <p:txBody>
          <a:bodyPr/>
          <a:lstStyle/>
          <a:p>
            <a:fld id="{1C2A1BB2-4F63-4908-9156-9412FD4ABADE}" type="datetime1">
              <a:rPr lang="en-US" smtClean="0"/>
              <a:pPr/>
              <a:t>9/23/2024</a:t>
            </a:fld>
            <a:endParaRPr lang="en-US" dirty="0"/>
          </a:p>
        </p:txBody>
      </p:sp>
      <p:sp>
        <p:nvSpPr>
          <p:cNvPr id="4" name="Footer Placeholder 3"/>
          <p:cNvSpPr>
            <a:spLocks noGrp="1"/>
          </p:cNvSpPr>
          <p:nvPr>
            <p:ph type="ftr" sz="quarter" idx="11"/>
          </p:nvPr>
        </p:nvSpPr>
        <p:spPr>
          <a:xfrm>
            <a:off x="581192" y="5951811"/>
            <a:ext cx="6917210" cy="365125"/>
          </a:xfrm>
          <a:prstGeom prst="rect">
            <a:avLst/>
          </a:prstGeom>
        </p:spPr>
        <p:txBody>
          <a:bodyPr/>
          <a:lstStyle/>
          <a:p>
            <a:endParaRPr lang="en-US" dirty="0"/>
          </a:p>
        </p:txBody>
      </p:sp>
      <p:sp>
        <p:nvSpPr>
          <p:cNvPr id="5" name="Slide Number Placeholder 4"/>
          <p:cNvSpPr>
            <a:spLocks noGrp="1"/>
          </p:cNvSpPr>
          <p:nvPr>
            <p:ph type="sldNum" sz="quarter" idx="12"/>
          </p:nvPr>
        </p:nvSpPr>
        <p:spPr>
          <a:xfrm>
            <a:off x="10558300" y="5956137"/>
            <a:ext cx="1052510" cy="365125"/>
          </a:xfrm>
          <a:prstGeom prst="rect">
            <a:avLst/>
          </a:prstGeo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1391793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5138575" y="6483350"/>
            <a:ext cx="1052510" cy="365125"/>
          </a:xfrm>
          <a:prstGeom prst="rect">
            <a:avLst/>
          </a:prstGeom>
        </p:spPr>
        <p:txBody>
          <a:bodyPr/>
          <a:lstStyle>
            <a:lvl1pPr>
              <a:defRPr>
                <a:solidFill>
                  <a:schemeClr val="tx1"/>
                </a:solidFill>
              </a:defRPr>
            </a:lvl1pPr>
          </a:lstStyle>
          <a:p>
            <a:fld id="{D57F1E4F-1CFF-5643-939E-217C01CDF565}" type="slidenum">
              <a:rPr lang="en-US" smtClean="0"/>
              <a:pPr/>
              <a:t>‹#›</a:t>
            </a:fld>
            <a:endParaRPr lang="en-US" dirty="0"/>
          </a:p>
        </p:txBody>
      </p:sp>
      <p:pic>
        <p:nvPicPr>
          <p:cNvPr id="5" name="Picture 4">
            <a:extLst>
              <a:ext uri="{FF2B5EF4-FFF2-40B4-BE49-F238E27FC236}">
                <a16:creationId xmlns:a16="http://schemas.microsoft.com/office/drawing/2014/main" id="{E70D8DC9-83E1-43C1-8FD6-6CC41B37D31D}"/>
              </a:ext>
            </a:extLst>
          </p:cNvPr>
          <p:cNvPicPr>
            <a:picLocks noChangeAspect="1"/>
          </p:cNvPicPr>
          <p:nvPr userDrawn="1"/>
        </p:nvPicPr>
        <p:blipFill>
          <a:blip r:embed="rId2"/>
          <a:stretch>
            <a:fillRect/>
          </a:stretch>
        </p:blipFill>
        <p:spPr>
          <a:xfrm>
            <a:off x="11591758" y="6251015"/>
            <a:ext cx="548688" cy="597460"/>
          </a:xfrm>
          <a:prstGeom prst="rect">
            <a:avLst/>
          </a:prstGeom>
        </p:spPr>
      </p:pic>
    </p:spTree>
    <p:extLst>
      <p:ext uri="{BB962C8B-B14F-4D97-AF65-F5344CB8AC3E}">
        <p14:creationId xmlns:p14="http://schemas.microsoft.com/office/powerpoint/2010/main" val="520516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bwMode="ltGray">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a:prstGeom prst="rect">
            <a:avLst/>
          </a:prstGeo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a:prstGeom prst="rect">
            <a:avLst/>
          </a:prstGeo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a:prstGeom prst="rect">
            <a:avLst/>
          </a:prstGeo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7605951" y="5956137"/>
            <a:ext cx="2844799" cy="365125"/>
          </a:xfrm>
          <a:prstGeom prst="rect">
            <a:avLst/>
          </a:prstGeom>
        </p:spPr>
        <p:txBody>
          <a:bodyPr/>
          <a:lstStyle>
            <a:lvl1pPr>
              <a:defRPr>
                <a:solidFill>
                  <a:schemeClr val="accent1">
                    <a:lumMod val="75000"/>
                    <a:lumOff val="25000"/>
                  </a:schemeClr>
                </a:solidFill>
              </a:defRPr>
            </a:lvl1pPr>
          </a:lstStyle>
          <a:p>
            <a:fld id="{0BF1C39C-011E-419E-B600-B320D181E10E}" type="datetime1">
              <a:rPr lang="en-US" smtClean="0"/>
              <a:pPr/>
              <a:t>9/23/2024</a:t>
            </a:fld>
            <a:endParaRPr lang="en-US" dirty="0"/>
          </a:p>
        </p:txBody>
      </p:sp>
      <p:sp>
        <p:nvSpPr>
          <p:cNvPr id="6" name="Footer Placeholder 5"/>
          <p:cNvSpPr>
            <a:spLocks noGrp="1"/>
          </p:cNvSpPr>
          <p:nvPr>
            <p:ph type="ftr" sz="quarter" idx="11"/>
          </p:nvPr>
        </p:nvSpPr>
        <p:spPr>
          <a:xfrm>
            <a:off x="581192" y="5951811"/>
            <a:ext cx="6917210" cy="365125"/>
          </a:xfrm>
          <a:prstGeom prst="rect">
            <a:avLst/>
          </a:prstGeom>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a:xfrm>
            <a:off x="10558300" y="5956137"/>
            <a:ext cx="1052510" cy="365125"/>
          </a:xfrm>
          <a:prstGeom prst="rect">
            <a:avLst/>
          </a:prstGeo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14014781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a:prstGeom prst="rect">
            <a:avLst/>
          </a:prstGeo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a:prstGeom prst="rect">
            <a:avLst/>
          </a:prstGeo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581192" y="5260127"/>
            <a:ext cx="11029617" cy="598671"/>
          </a:xfrm>
          <a:prstGeom prst="rect">
            <a:avLst/>
          </a:prstGeo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7605951" y="5956137"/>
            <a:ext cx="2844799" cy="365125"/>
          </a:xfrm>
          <a:prstGeom prst="rect">
            <a:avLst/>
          </a:prstGeom>
        </p:spPr>
        <p:txBody>
          <a:bodyPr/>
          <a:lstStyle/>
          <a:p>
            <a:fld id="{AE6E8203-1430-4346-B9E5-8AE921BEBC06}" type="datetime1">
              <a:rPr lang="en-US" smtClean="0"/>
              <a:pPr/>
              <a:t>9/23/2024</a:t>
            </a:fld>
            <a:endParaRPr lang="en-US" dirty="0"/>
          </a:p>
        </p:txBody>
      </p:sp>
      <p:sp>
        <p:nvSpPr>
          <p:cNvPr id="6" name="Footer Placeholder 5"/>
          <p:cNvSpPr>
            <a:spLocks noGrp="1"/>
          </p:cNvSpPr>
          <p:nvPr>
            <p:ph type="ftr" sz="quarter" idx="11"/>
          </p:nvPr>
        </p:nvSpPr>
        <p:spPr>
          <a:xfrm>
            <a:off x="581192" y="5951811"/>
            <a:ext cx="6917210"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10558300" y="5956137"/>
            <a:ext cx="1052510" cy="365125"/>
          </a:xfrm>
          <a:prstGeom prst="rect">
            <a:avLst/>
          </a:prstGeo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7137674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bwMode="ltGray">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a:prstGeom prst="rect">
            <a:avLst/>
          </a:prstGeo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581192" y="2336003"/>
            <a:ext cx="11029616" cy="3522794"/>
          </a:xfrm>
          <a:prstGeom prst="rect">
            <a:avLst/>
          </a:prstGeom>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605951" y="5956137"/>
            <a:ext cx="2844799" cy="365125"/>
          </a:xfrm>
          <a:prstGeom prst="rect">
            <a:avLst/>
          </a:prstGeom>
        </p:spPr>
        <p:txBody>
          <a:bodyPr/>
          <a:lstStyle/>
          <a:p>
            <a:fld id="{1A01FE1F-353D-43AB-A67F-11F7C77783EC}" type="datetime1">
              <a:rPr lang="en-US" smtClean="0"/>
              <a:pPr/>
              <a:t>9/23/2024</a:t>
            </a:fld>
            <a:endParaRPr lang="en-US" dirty="0"/>
          </a:p>
        </p:txBody>
      </p:sp>
      <p:sp>
        <p:nvSpPr>
          <p:cNvPr id="5" name="Footer Placeholder 4"/>
          <p:cNvSpPr>
            <a:spLocks noGrp="1"/>
          </p:cNvSpPr>
          <p:nvPr>
            <p:ph type="ftr" sz="quarter" idx="11"/>
          </p:nvPr>
        </p:nvSpPr>
        <p:spPr>
          <a:xfrm>
            <a:off x="581192" y="5951811"/>
            <a:ext cx="691721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10558300" y="5956137"/>
            <a:ext cx="1052510" cy="365125"/>
          </a:xfrm>
          <a:prstGeom prst="rect">
            <a:avLst/>
          </a:prstGeo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5038287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bwMode="ltGray">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a:prstGeom prst="rect">
            <a:avLst/>
          </a:prstGeo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a:prstGeom prst="rect">
            <a:avLst/>
          </a:prstGeo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a:prstGeom prst="rect">
            <a:avLst/>
          </a:prstGeom>
        </p:spPr>
        <p:txBody>
          <a:bodyPr/>
          <a:lstStyle>
            <a:lvl1pPr>
              <a:defRPr>
                <a:solidFill>
                  <a:schemeClr val="accent1">
                    <a:lumMod val="75000"/>
                    <a:lumOff val="25000"/>
                  </a:schemeClr>
                </a:solidFill>
              </a:defRPr>
            </a:lvl1pPr>
          </a:lstStyle>
          <a:p>
            <a:fld id="{0296ABD0-BED9-4736-A7C2-BE930EE59980}" type="datetime1">
              <a:rPr lang="en-US" smtClean="0"/>
              <a:pPr/>
              <a:t>9/23/2024</a:t>
            </a:fld>
            <a:endParaRPr lang="en-US" dirty="0"/>
          </a:p>
        </p:txBody>
      </p:sp>
      <p:sp>
        <p:nvSpPr>
          <p:cNvPr id="5" name="Footer Placeholder 4"/>
          <p:cNvSpPr>
            <a:spLocks noGrp="1"/>
          </p:cNvSpPr>
          <p:nvPr>
            <p:ph type="ftr" sz="quarter" idx="11"/>
          </p:nvPr>
        </p:nvSpPr>
        <p:spPr>
          <a:xfrm>
            <a:off x="774923" y="5951811"/>
            <a:ext cx="7896279"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a:prstGeom prst="rect">
            <a:avLst/>
          </a:prstGeo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28635291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and Body">
    <p:spTree>
      <p:nvGrpSpPr>
        <p:cNvPr id="1" name="Shape 10"/>
        <p:cNvGrpSpPr/>
        <p:nvPr/>
      </p:nvGrpSpPr>
      <p:grpSpPr>
        <a:xfrm>
          <a:off x="0" y="0"/>
          <a:ext cx="0" cy="0"/>
          <a:chOff x="0" y="0"/>
          <a:chExt cx="0" cy="0"/>
        </a:xfrm>
      </p:grpSpPr>
      <p:pic>
        <p:nvPicPr>
          <p:cNvPr id="4" name="Picture 3">
            <a:extLst>
              <a:ext uri="{FF2B5EF4-FFF2-40B4-BE49-F238E27FC236}">
                <a16:creationId xmlns:a16="http://schemas.microsoft.com/office/drawing/2014/main" id="{EDCAB936-FEA2-4F00-85AB-F0C60F1C3333}"/>
              </a:ext>
            </a:extLst>
          </p:cNvPr>
          <p:cNvPicPr>
            <a:picLocks noChangeAspect="1"/>
          </p:cNvPicPr>
          <p:nvPr userDrawn="1"/>
        </p:nvPicPr>
        <p:blipFill>
          <a:blip r:embed="rId2"/>
          <a:stretch>
            <a:fillRect/>
          </a:stretch>
        </p:blipFill>
        <p:spPr>
          <a:xfrm>
            <a:off x="10936997" y="4864"/>
            <a:ext cx="1182727" cy="1286367"/>
          </a:xfrm>
          <a:prstGeom prst="rect">
            <a:avLst/>
          </a:prstGeom>
        </p:spPr>
      </p:pic>
    </p:spTree>
    <p:extLst>
      <p:ext uri="{BB962C8B-B14F-4D97-AF65-F5344CB8AC3E}">
        <p14:creationId xmlns:p14="http://schemas.microsoft.com/office/powerpoint/2010/main" val="27514288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Paragraphs">
    <p:spTree>
      <p:nvGrpSpPr>
        <p:cNvPr id="1" name=""/>
        <p:cNvGrpSpPr/>
        <p:nvPr/>
      </p:nvGrpSpPr>
      <p:grpSpPr>
        <a:xfrm>
          <a:off x="0" y="0"/>
          <a:ext cx="0" cy="0"/>
          <a:chOff x="0" y="0"/>
          <a:chExt cx="0" cy="0"/>
        </a:xfrm>
      </p:grpSpPr>
      <p:sp>
        <p:nvSpPr>
          <p:cNvPr id="3" name="Title 2"/>
          <p:cNvSpPr>
            <a:spLocks noGrp="1"/>
          </p:cNvSpPr>
          <p:nvPr>
            <p:ph type="title" hasCustomPrompt="1"/>
          </p:nvPr>
        </p:nvSpPr>
        <p:spPr>
          <a:xfrm>
            <a:off x="614729" y="575197"/>
            <a:ext cx="10239194" cy="380480"/>
          </a:xfrm>
          <a:prstGeom prst="rect">
            <a:avLst/>
          </a:prstGeom>
        </p:spPr>
        <p:txBody>
          <a:bodyPr/>
          <a:lstStyle/>
          <a:p>
            <a:r>
              <a:rPr lang="en-US" dirty="0"/>
              <a:t>Master Title Slide Headline</a:t>
            </a:r>
            <a:endParaRPr lang="en-CA" dirty="0"/>
          </a:p>
        </p:txBody>
      </p:sp>
      <p:sp>
        <p:nvSpPr>
          <p:cNvPr id="11" name="Content Placeholder 9"/>
          <p:cNvSpPr>
            <a:spLocks noGrp="1"/>
          </p:cNvSpPr>
          <p:nvPr>
            <p:ph sz="quarter" idx="12" hasCustomPrompt="1"/>
          </p:nvPr>
        </p:nvSpPr>
        <p:spPr>
          <a:xfrm>
            <a:off x="609615" y="1733385"/>
            <a:ext cx="11034182" cy="4603806"/>
          </a:xfrm>
          <a:prstGeom prst="rect">
            <a:avLst/>
          </a:prstGeom>
        </p:spPr>
        <p:txBody>
          <a:bodyPr/>
          <a:lstStyle>
            <a:lvl2pPr>
              <a:defRPr/>
            </a:lvl2pPr>
            <a:lvl3pPr>
              <a:defRPr/>
            </a:lvl3pPr>
          </a:lstStyle>
          <a:p>
            <a:pPr lvl="0"/>
            <a:r>
              <a:rPr lang="en-CA" dirty="0"/>
              <a:t>First Level Text</a:t>
            </a:r>
          </a:p>
          <a:p>
            <a:pPr lvl="1"/>
            <a:r>
              <a:rPr lang="en-CA" dirty="0"/>
              <a:t>Second Level Text</a:t>
            </a:r>
          </a:p>
          <a:p>
            <a:pPr lvl="2"/>
            <a:r>
              <a:rPr lang="en-CA" dirty="0"/>
              <a:t>Third Level Text</a:t>
            </a:r>
          </a:p>
          <a:p>
            <a:pPr lvl="3"/>
            <a:r>
              <a:rPr lang="en-CA" dirty="0"/>
              <a:t>Fourth Level Text</a:t>
            </a:r>
          </a:p>
          <a:p>
            <a:pPr lvl="4"/>
            <a:r>
              <a:rPr lang="en-CA" dirty="0"/>
              <a:t>Fifth Level Text</a:t>
            </a:r>
          </a:p>
        </p:txBody>
      </p:sp>
      <p:sp>
        <p:nvSpPr>
          <p:cNvPr id="4" name="Text Placeholder 3"/>
          <p:cNvSpPr>
            <a:spLocks noGrp="1"/>
          </p:cNvSpPr>
          <p:nvPr>
            <p:ph type="body" sz="quarter" idx="13"/>
          </p:nvPr>
        </p:nvSpPr>
        <p:spPr>
          <a:xfrm>
            <a:off x="613849" y="1192779"/>
            <a:ext cx="11029951" cy="358775"/>
          </a:xfrm>
          <a:prstGeom prst="rect">
            <a:avLst/>
          </a:prstGeom>
        </p:spPr>
        <p:txBody>
          <a:bodyPr>
            <a:normAutofit/>
          </a:bodyPr>
          <a:lstStyle>
            <a:lvl1pPr marL="0" indent="0">
              <a:buNone/>
              <a:defRPr sz="1400" b="1">
                <a:solidFill>
                  <a:schemeClr val="accent2"/>
                </a:solidFill>
              </a:defRPr>
            </a:lvl1pPr>
            <a:lvl2pPr marL="225425" indent="0">
              <a:buNone/>
              <a:defRPr b="1">
                <a:solidFill>
                  <a:schemeClr val="accent6"/>
                </a:solidFill>
              </a:defRPr>
            </a:lvl2pPr>
            <a:lvl3pPr marL="457200" indent="0">
              <a:buNone/>
              <a:defRPr b="1">
                <a:solidFill>
                  <a:schemeClr val="accent6"/>
                </a:solidFill>
              </a:defRPr>
            </a:lvl3pPr>
            <a:lvl4pPr marL="688975" indent="0">
              <a:buNone/>
              <a:defRPr b="1">
                <a:solidFill>
                  <a:schemeClr val="accent6"/>
                </a:solidFill>
              </a:defRPr>
            </a:lvl4pPr>
            <a:lvl5pPr marL="914400" indent="0">
              <a:buNone/>
              <a:defRPr b="1">
                <a:solidFill>
                  <a:schemeClr val="accent6"/>
                </a:solidFill>
              </a:defRPr>
            </a:lvl5pPr>
          </a:lstStyle>
          <a:p>
            <a:pPr lvl="0"/>
            <a:r>
              <a:rPr lang="en-US" dirty="0"/>
              <a:t>Click to edit Master text styles</a:t>
            </a:r>
          </a:p>
        </p:txBody>
      </p:sp>
    </p:spTree>
    <p:extLst>
      <p:ext uri="{BB962C8B-B14F-4D97-AF65-F5344CB8AC3E}">
        <p14:creationId xmlns:p14="http://schemas.microsoft.com/office/powerpoint/2010/main" val="2232702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7" name="Rectangle 6"/>
          <p:cNvSpPr>
            <a:spLocks noChangeAspect="1"/>
          </p:cNvSpPr>
          <p:nvPr/>
        </p:nvSpPr>
        <p:spPr bwMode="ltGray">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a:prstGeom prst="rect">
            <a:avLst/>
          </a:prstGeo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605951" y="5956137"/>
            <a:ext cx="2844799" cy="365125"/>
          </a:xfrm>
          <a:prstGeom prst="rect">
            <a:avLst/>
          </a:prstGeom>
        </p:spPr>
        <p:txBody>
          <a:bodyPr/>
          <a:lstStyle/>
          <a:p>
            <a:fld id="{D2DD4C0C-C1AB-4866-B5CD-4659FCDD1359}" type="datetime1">
              <a:rPr lang="en-US" smtClean="0"/>
              <a:pPr/>
              <a:t>9/23/2024</a:t>
            </a:fld>
            <a:endParaRPr lang="en-US" dirty="0"/>
          </a:p>
        </p:txBody>
      </p:sp>
      <p:sp>
        <p:nvSpPr>
          <p:cNvPr id="5" name="Footer Placeholder 4"/>
          <p:cNvSpPr>
            <a:spLocks noGrp="1"/>
          </p:cNvSpPr>
          <p:nvPr>
            <p:ph type="ftr" sz="quarter" idx="11"/>
          </p:nvPr>
        </p:nvSpPr>
        <p:spPr>
          <a:xfrm>
            <a:off x="581192" y="5951811"/>
            <a:ext cx="691721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a:prstGeom prst="rect">
            <a:avLst/>
          </a:prstGeo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2403955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amp; Subtitle">
    <p:spTree>
      <p:nvGrpSpPr>
        <p:cNvPr id="1" name=""/>
        <p:cNvGrpSpPr/>
        <p:nvPr/>
      </p:nvGrpSpPr>
      <p:grpSpPr>
        <a:xfrm>
          <a:off x="0" y="0"/>
          <a:ext cx="0" cy="0"/>
          <a:chOff x="0" y="0"/>
          <a:chExt cx="0" cy="0"/>
        </a:xfrm>
      </p:grpSpPr>
      <p:sp>
        <p:nvSpPr>
          <p:cNvPr id="13" name="Slide Number"/>
          <p:cNvSpPr txBox="1">
            <a:spLocks noGrp="1"/>
          </p:cNvSpPr>
          <p:nvPr>
            <p:ph type="sldNum" sz="quarter" idx="2"/>
          </p:nvPr>
        </p:nvSpPr>
        <p:spPr>
          <a:xfrm>
            <a:off x="5164881" y="6486362"/>
            <a:ext cx="1052510" cy="365125"/>
          </a:xfrm>
          <a:prstGeom prst="rect">
            <a:avLst/>
          </a:prstGeom>
        </p:spPr>
        <p:txBody>
          <a:bodyPr/>
          <a:lstStyle/>
          <a:p>
            <a:fld id="{86CB4B4D-7CA3-9044-876B-883B54F8677D}" type="slidenum">
              <a:t>‹#›</a:t>
            </a:fld>
            <a:endParaRPr/>
          </a:p>
        </p:txBody>
      </p:sp>
      <p:sp>
        <p:nvSpPr>
          <p:cNvPr id="5" name="Title 1">
            <a:extLst>
              <a:ext uri="{FF2B5EF4-FFF2-40B4-BE49-F238E27FC236}">
                <a16:creationId xmlns:a16="http://schemas.microsoft.com/office/drawing/2014/main" id="{A26D3102-2DFF-4761-8737-BE210B369C69}"/>
              </a:ext>
            </a:extLst>
          </p:cNvPr>
          <p:cNvSpPr>
            <a:spLocks noGrp="1"/>
          </p:cNvSpPr>
          <p:nvPr>
            <p:ph type="title"/>
          </p:nvPr>
        </p:nvSpPr>
        <p:spPr>
          <a:xfrm>
            <a:off x="330935" y="-16771"/>
            <a:ext cx="11029616" cy="449908"/>
          </a:xfrm>
          <a:prstGeom prst="rect">
            <a:avLst/>
          </a:prstGeom>
        </p:spPr>
        <p:txBody>
          <a:bodyPr/>
          <a:lstStyle/>
          <a:p>
            <a:r>
              <a:rPr lang="en-US" dirty="0"/>
              <a:t>Click to edit Master title style</a:t>
            </a:r>
            <a:endParaRPr lang="en-ZA" dirty="0"/>
          </a:p>
        </p:txBody>
      </p:sp>
      <p:pic>
        <p:nvPicPr>
          <p:cNvPr id="2" name="Picture 1">
            <a:extLst>
              <a:ext uri="{FF2B5EF4-FFF2-40B4-BE49-F238E27FC236}">
                <a16:creationId xmlns:a16="http://schemas.microsoft.com/office/drawing/2014/main" id="{C2B223D9-7DED-4151-A7AF-D6AA3B2D3721}"/>
              </a:ext>
            </a:extLst>
          </p:cNvPr>
          <p:cNvPicPr>
            <a:picLocks noChangeAspect="1"/>
          </p:cNvPicPr>
          <p:nvPr userDrawn="1"/>
        </p:nvPicPr>
        <p:blipFill>
          <a:blip r:embed="rId2"/>
          <a:stretch>
            <a:fillRect/>
          </a:stretch>
        </p:blipFill>
        <p:spPr>
          <a:xfrm>
            <a:off x="11492944" y="6267449"/>
            <a:ext cx="546655" cy="595149"/>
          </a:xfrm>
          <a:prstGeom prst="rect">
            <a:avLst/>
          </a:prstGeom>
        </p:spPr>
      </p:pic>
    </p:spTree>
    <p:extLst>
      <p:ext uri="{BB962C8B-B14F-4D97-AF65-F5344CB8AC3E}">
        <p14:creationId xmlns:p14="http://schemas.microsoft.com/office/powerpoint/2010/main" val="3979550374"/>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1_Title &amp; Subtitle">
    <p:spTree>
      <p:nvGrpSpPr>
        <p:cNvPr id="1" name=""/>
        <p:cNvGrpSpPr/>
        <p:nvPr/>
      </p:nvGrpSpPr>
      <p:grpSpPr>
        <a:xfrm>
          <a:off x="0" y="0"/>
          <a:ext cx="0" cy="0"/>
          <a:chOff x="0" y="0"/>
          <a:chExt cx="0" cy="0"/>
        </a:xfrm>
      </p:grpSpPr>
      <p:sp>
        <p:nvSpPr>
          <p:cNvPr id="2" name="Picture 5">
            <a:extLst>
              <a:ext uri="{FF2B5EF4-FFF2-40B4-BE49-F238E27FC236}">
                <a16:creationId xmlns:a16="http://schemas.microsoft.com/office/drawing/2014/main" id="{FCEFD451-B9B5-4E18-890F-76A562377C92}"/>
              </a:ext>
            </a:extLst>
          </p:cNvPr>
          <p:cNvSpPr>
            <a:spLocks noChangeAspect="1" noChangeArrowheads="1"/>
          </p:cNvSpPr>
          <p:nvPr userDrawn="1"/>
        </p:nvSpPr>
        <p:spPr bwMode="auto">
          <a:xfrm>
            <a:off x="11296650" y="6438900"/>
            <a:ext cx="895350" cy="419100"/>
          </a:xfrm>
          <a:prstGeom prst="rect">
            <a:avLst/>
          </a:prstGeom>
          <a:noFill/>
          <a:ln>
            <a:noFill/>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endParaRPr lang="x-none" altLang="x-none"/>
          </a:p>
        </p:txBody>
      </p:sp>
      <p:grpSp>
        <p:nvGrpSpPr>
          <p:cNvPr id="3" name="Group 7">
            <a:extLst>
              <a:ext uri="{FF2B5EF4-FFF2-40B4-BE49-F238E27FC236}">
                <a16:creationId xmlns:a16="http://schemas.microsoft.com/office/drawing/2014/main" id="{8E204479-D406-4677-BBC6-0E9C5785AC7A}"/>
              </a:ext>
            </a:extLst>
          </p:cNvPr>
          <p:cNvGrpSpPr>
            <a:grpSpLocks/>
          </p:cNvGrpSpPr>
          <p:nvPr userDrawn="1"/>
        </p:nvGrpSpPr>
        <p:grpSpPr bwMode="auto">
          <a:xfrm>
            <a:off x="0" y="6415088"/>
            <a:ext cx="12192000" cy="68262"/>
            <a:chOff x="249383" y="152398"/>
            <a:chExt cx="11651672" cy="96983"/>
          </a:xfrm>
        </p:grpSpPr>
        <p:sp>
          <p:nvSpPr>
            <p:cNvPr id="4" name="Rectangle 3">
              <a:extLst>
                <a:ext uri="{FF2B5EF4-FFF2-40B4-BE49-F238E27FC236}">
                  <a16:creationId xmlns:a16="http://schemas.microsoft.com/office/drawing/2014/main" id="{91CB24F3-E7A3-4913-99CD-53C5C27E6D98}"/>
                </a:ext>
              </a:extLst>
            </p:cNvPr>
            <p:cNvSpPr/>
            <p:nvPr/>
          </p:nvSpPr>
          <p:spPr>
            <a:xfrm>
              <a:off x="249383" y="152398"/>
              <a:ext cx="3824722" cy="96983"/>
            </a:xfrm>
            <a:prstGeom prst="rect">
              <a:avLst/>
            </a:prstGeom>
            <a:solidFill>
              <a:srgbClr val="1099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p>
          </p:txBody>
        </p:sp>
        <p:sp>
          <p:nvSpPr>
            <p:cNvPr id="5" name="Rectangle 4">
              <a:extLst>
                <a:ext uri="{FF2B5EF4-FFF2-40B4-BE49-F238E27FC236}">
                  <a16:creationId xmlns:a16="http://schemas.microsoft.com/office/drawing/2014/main" id="{BA279168-6023-4AD9-BBEA-B300FF8C9C50}"/>
                </a:ext>
              </a:extLst>
            </p:cNvPr>
            <p:cNvSpPr/>
            <p:nvPr/>
          </p:nvSpPr>
          <p:spPr>
            <a:xfrm>
              <a:off x="8076333" y="152398"/>
              <a:ext cx="3824722" cy="96983"/>
            </a:xfrm>
            <a:prstGeom prst="rect">
              <a:avLst/>
            </a:prstGeom>
            <a:solidFill>
              <a:srgbClr val="1099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p>
          </p:txBody>
        </p:sp>
      </p:grpSp>
      <p:sp>
        <p:nvSpPr>
          <p:cNvPr id="6" name="TextBox 5">
            <a:extLst>
              <a:ext uri="{FF2B5EF4-FFF2-40B4-BE49-F238E27FC236}">
                <a16:creationId xmlns:a16="http://schemas.microsoft.com/office/drawing/2014/main" id="{463CF291-F61B-4167-BF85-531A380660D6}"/>
              </a:ext>
            </a:extLst>
          </p:cNvPr>
          <p:cNvSpPr txBox="1">
            <a:spLocks noChangeArrowheads="1"/>
          </p:cNvSpPr>
          <p:nvPr userDrawn="1"/>
        </p:nvSpPr>
        <p:spPr bwMode="auto">
          <a:xfrm>
            <a:off x="10904538" y="6488113"/>
            <a:ext cx="1241425" cy="369887"/>
          </a:xfrm>
          <a:prstGeom prst="rect">
            <a:avLst/>
          </a:prstGeom>
          <a:noFill/>
          <a:ln>
            <a:noFill/>
          </a:ln>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r>
              <a:rPr lang="en-GB" altLang="x-none">
                <a:solidFill>
                  <a:srgbClr val="109956"/>
                </a:solidFill>
              </a:rPr>
              <a:t>Your Bank</a:t>
            </a:r>
          </a:p>
        </p:txBody>
      </p:sp>
      <p:pic>
        <p:nvPicPr>
          <p:cNvPr id="7" name="Picture 2" descr="C:\Users\NEW ACCOUNT\Desktop\Logo.png">
            <a:extLst>
              <a:ext uri="{FF2B5EF4-FFF2-40B4-BE49-F238E27FC236}">
                <a16:creationId xmlns:a16="http://schemas.microsoft.com/office/drawing/2014/main" id="{6A6DFCED-22BA-4A6E-8B06-B127DD73870A}"/>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020425" y="280988"/>
            <a:ext cx="931863" cy="78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 descr="C:\Users\NEW ACCOUNT\Desktop\images.jpg">
            <a:extLst>
              <a:ext uri="{FF2B5EF4-FFF2-40B4-BE49-F238E27FC236}">
                <a16:creationId xmlns:a16="http://schemas.microsoft.com/office/drawing/2014/main" id="{8E0CCBA4-A858-462F-A141-1AC0BA38996B}"/>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146550" y="6419850"/>
            <a:ext cx="3900488" cy="65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99238181"/>
      </p:ext>
    </p:extLst>
  </p:cSld>
  <p:clrMapOvr>
    <a:overrideClrMapping bg1="lt1" tx1="dk1" bg2="lt2" tx2="dk2" accent1="accent1" accent2="accent2" accent3="accent3" accent4="accent4" accent5="accent5" accent6="accent6" hlink="hlink" folHlink="folHlink"/>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bwMode="ltGray">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C0121A6A-3FAA-414E-B15C-DA9C584A1686}" type="datetime1">
              <a:rPr lang="en-US" smtClean="0"/>
              <a:pPr/>
              <a:t>9/23/2024</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383667808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5569745" y="6492875"/>
            <a:ext cx="1052508" cy="365125"/>
          </a:xfrm>
        </p:spPr>
        <p:txBody>
          <a:bodyPr/>
          <a:lstStyle>
            <a:lvl1pPr>
              <a:defRPr>
                <a:solidFill>
                  <a:schemeClr val="tx1"/>
                </a:solidFill>
              </a:defRPr>
            </a:lvl1pPr>
          </a:lstStyle>
          <a:p>
            <a:fld id="{D57F1E4F-1CFF-5643-939E-217C01CDF565}" type="slidenum">
              <a:rPr lang="en-US" smtClean="0"/>
              <a:pPr/>
              <a:t>‹#›</a:t>
            </a:fld>
            <a:endParaRPr lang="en-US" dirty="0"/>
          </a:p>
        </p:txBody>
      </p:sp>
      <p:pic>
        <p:nvPicPr>
          <p:cNvPr id="7" name="Picture 6">
            <a:extLst>
              <a:ext uri="{FF2B5EF4-FFF2-40B4-BE49-F238E27FC236}">
                <a16:creationId xmlns:a16="http://schemas.microsoft.com/office/drawing/2014/main" id="{40801262-835D-4901-BD8E-77F470D5499E}"/>
              </a:ext>
            </a:extLst>
          </p:cNvPr>
          <p:cNvPicPr>
            <a:picLocks noChangeAspect="1"/>
          </p:cNvPicPr>
          <p:nvPr userDrawn="1"/>
        </p:nvPicPr>
        <p:blipFill>
          <a:blip r:embed="rId2"/>
          <a:stretch>
            <a:fillRect/>
          </a:stretch>
        </p:blipFill>
        <p:spPr>
          <a:xfrm>
            <a:off x="11626294" y="6248399"/>
            <a:ext cx="546655" cy="595149"/>
          </a:xfrm>
          <a:prstGeom prst="rect">
            <a:avLst/>
          </a:prstGeom>
        </p:spPr>
      </p:pic>
    </p:spTree>
    <p:extLst>
      <p:ext uri="{BB962C8B-B14F-4D97-AF65-F5344CB8AC3E}">
        <p14:creationId xmlns:p14="http://schemas.microsoft.com/office/powerpoint/2010/main" val="29890773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bwMode="ltGray">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CC3869AE-126B-413E-8880-246A06CAC884}" type="datetime1">
              <a:rPr lang="en-US" smtClean="0"/>
              <a:pPr/>
              <a:t>9/23/2024</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33806824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bwMode="ltGray">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87A399A-1AE5-4553-9A11-C0DE52048258}" type="datetime1">
              <a:rPr lang="en-US" smtClean="0"/>
              <a:pPr/>
              <a:t>9/23/2024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3315388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bwMode="ltGray">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899BFE7-30C3-425F-AED7-D1ACE5B0984C}" type="datetime1">
              <a:rPr lang="en-US" smtClean="0"/>
              <a:pPr/>
              <a:t>9/23/2024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87741017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bwMode="ltGray">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C2A1BB2-4F63-4908-9156-9412FD4ABADE}" type="datetime1">
              <a:rPr lang="en-US" smtClean="0"/>
              <a:pPr/>
              <a:t>9/23/2024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6522356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5138575" y="6483350"/>
            <a:ext cx="1052510" cy="365125"/>
          </a:xfrm>
        </p:spPr>
        <p:txBody>
          <a:bodyPr/>
          <a:lstStyle>
            <a:lvl1pPr>
              <a:defRPr>
                <a:solidFill>
                  <a:schemeClr val="tx1"/>
                </a:solidFill>
              </a:defRPr>
            </a:lvl1pPr>
          </a:lstStyle>
          <a:p>
            <a:fld id="{D57F1E4F-1CFF-5643-939E-217C01CDF565}" type="slidenum">
              <a:rPr lang="en-US" smtClean="0"/>
              <a:pPr/>
              <a:t>‹#›</a:t>
            </a:fld>
            <a:endParaRPr lang="en-US" dirty="0"/>
          </a:p>
        </p:txBody>
      </p:sp>
      <p:pic>
        <p:nvPicPr>
          <p:cNvPr id="5" name="Picture 4">
            <a:extLst>
              <a:ext uri="{FF2B5EF4-FFF2-40B4-BE49-F238E27FC236}">
                <a16:creationId xmlns:a16="http://schemas.microsoft.com/office/drawing/2014/main" id="{E70D8DC9-83E1-43C1-8FD6-6CC41B37D31D}"/>
              </a:ext>
            </a:extLst>
          </p:cNvPr>
          <p:cNvPicPr>
            <a:picLocks noChangeAspect="1"/>
          </p:cNvPicPr>
          <p:nvPr userDrawn="1"/>
        </p:nvPicPr>
        <p:blipFill>
          <a:blip r:embed="rId2"/>
          <a:stretch>
            <a:fillRect/>
          </a:stretch>
        </p:blipFill>
        <p:spPr>
          <a:xfrm>
            <a:off x="11591758" y="6251015"/>
            <a:ext cx="548688" cy="597460"/>
          </a:xfrm>
          <a:prstGeom prst="rect">
            <a:avLst/>
          </a:prstGeom>
        </p:spPr>
      </p:pic>
    </p:spTree>
    <p:extLst>
      <p:ext uri="{BB962C8B-B14F-4D97-AF65-F5344CB8AC3E}">
        <p14:creationId xmlns:p14="http://schemas.microsoft.com/office/powerpoint/2010/main" val="338837029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bwMode="ltGray">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0BF1C39C-011E-419E-B600-B320D181E10E}" type="datetime1">
              <a:rPr lang="en-US" smtClean="0"/>
              <a:pPr/>
              <a:t>9/23/2024</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308301052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E6E8203-1430-4346-B9E5-8AE921BEBC06}" type="datetime1">
              <a:rPr lang="en-US" smtClean="0"/>
              <a:pPr/>
              <a:t>9/23/2024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58998962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bwMode="ltGray">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A01FE1F-353D-43AB-A67F-11F7C77783EC}" type="datetime1">
              <a:rPr lang="en-US" smtClean="0"/>
              <a:pPr/>
              <a:t>9/23/2024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81354091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bwMode="ltGray">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0296ABD0-BED9-4736-A7C2-BE930EE59980}" type="datetime1">
              <a:rPr lang="en-US" smtClean="0"/>
              <a:pPr/>
              <a:t>9/23/2024</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82328810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10"/>
        <p:cNvGrpSpPr/>
        <p:nvPr/>
      </p:nvGrpSpPr>
      <p:grpSpPr>
        <a:xfrm>
          <a:off x="0" y="0"/>
          <a:ext cx="0" cy="0"/>
          <a:chOff x="0" y="0"/>
          <a:chExt cx="0" cy="0"/>
        </a:xfrm>
      </p:grpSpPr>
      <p:sp>
        <p:nvSpPr>
          <p:cNvPr id="11" name="Shape 11"/>
          <p:cNvSpPr txBox="1">
            <a:spLocks noGrp="1"/>
          </p:cNvSpPr>
          <p:nvPr>
            <p:ph type="title"/>
          </p:nvPr>
        </p:nvSpPr>
        <p:spPr>
          <a:xfrm>
            <a:off x="609600" y="274637"/>
            <a:ext cx="10972800" cy="1143000"/>
          </a:xfrm>
          <a:prstGeom prst="rect">
            <a:avLst/>
          </a:prstGeom>
        </p:spPr>
        <p:txBody>
          <a:bodyPr lIns="145622" tIns="145622" rIns="145622" bIns="145622" anchor="b" anchorCtr="0"/>
          <a:lstStyle>
            <a:lvl1pPr>
              <a:defRPr/>
            </a:lvl1pPr>
            <a:lvl2pPr>
              <a:defRPr/>
            </a:lvl2pPr>
            <a:lvl3pPr>
              <a:defRPr/>
            </a:lvl3pPr>
            <a:lvl4pPr>
              <a:defRPr/>
            </a:lvl4pPr>
            <a:lvl5pPr>
              <a:defRPr/>
            </a:lvl5pPr>
            <a:lvl6pPr>
              <a:defRPr/>
            </a:lvl6pPr>
            <a:lvl7pPr>
              <a:defRPr/>
            </a:lvl7pPr>
            <a:lvl8pPr>
              <a:defRPr/>
            </a:lvl8pPr>
            <a:lvl9pPr>
              <a:defRPr/>
            </a:lvl9pPr>
          </a:lstStyle>
          <a:p>
            <a:endParaRPr/>
          </a:p>
        </p:txBody>
      </p:sp>
      <p:sp>
        <p:nvSpPr>
          <p:cNvPr id="12" name="Shape 12"/>
          <p:cNvSpPr txBox="1">
            <a:spLocks noGrp="1"/>
          </p:cNvSpPr>
          <p:nvPr>
            <p:ph type="body" idx="1"/>
          </p:nvPr>
        </p:nvSpPr>
        <p:spPr>
          <a:xfrm>
            <a:off x="609600" y="1600200"/>
            <a:ext cx="10972800" cy="4967573"/>
          </a:xfrm>
          <a:prstGeom prst="rect">
            <a:avLst/>
          </a:prstGeom>
        </p:spPr>
        <p:txBody>
          <a:bodyPr lIns="145622" tIns="145622" rIns="145622" bIns="145622" anchor="t" anchorCtr="0"/>
          <a:lstStyle>
            <a:lvl1pPr>
              <a:defRPr/>
            </a:lvl1pPr>
            <a:lvl2pPr indent="512017">
              <a:defRPr/>
            </a:lvl2pPr>
            <a:lvl3pPr indent="1024034">
              <a:defRPr/>
            </a:lvl3pPr>
            <a:lvl4pPr indent="1536051">
              <a:defRPr/>
            </a:lvl4pPr>
            <a:lvl5pPr>
              <a:defRPr/>
            </a:lvl5pPr>
            <a:lvl6pPr>
              <a:defRPr/>
            </a:lvl6pPr>
            <a:lvl7pPr>
              <a:defRPr/>
            </a:lvl7pPr>
            <a:lvl8pPr>
              <a:defRPr/>
            </a:lvl8pPr>
            <a:lvl9pPr>
              <a:defRPr/>
            </a:lvl9pPr>
          </a:lstStyle>
          <a:p>
            <a:endParaRPr/>
          </a:p>
        </p:txBody>
      </p:sp>
    </p:spTree>
    <p:extLst>
      <p:ext uri="{BB962C8B-B14F-4D97-AF65-F5344CB8AC3E}">
        <p14:creationId xmlns:p14="http://schemas.microsoft.com/office/powerpoint/2010/main" val="143778241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Title and Paragraphs">
    <p:spTree>
      <p:nvGrpSpPr>
        <p:cNvPr id="1" name=""/>
        <p:cNvGrpSpPr/>
        <p:nvPr/>
      </p:nvGrpSpPr>
      <p:grpSpPr>
        <a:xfrm>
          <a:off x="0" y="0"/>
          <a:ext cx="0" cy="0"/>
          <a:chOff x="0" y="0"/>
          <a:chExt cx="0" cy="0"/>
        </a:xfrm>
      </p:grpSpPr>
      <p:sp>
        <p:nvSpPr>
          <p:cNvPr id="3" name="Title 2"/>
          <p:cNvSpPr>
            <a:spLocks noGrp="1"/>
          </p:cNvSpPr>
          <p:nvPr>
            <p:ph type="title" hasCustomPrompt="1"/>
          </p:nvPr>
        </p:nvSpPr>
        <p:spPr>
          <a:xfrm>
            <a:off x="614729" y="575197"/>
            <a:ext cx="10239194" cy="380480"/>
          </a:xfrm>
          <a:prstGeom prst="rect">
            <a:avLst/>
          </a:prstGeom>
        </p:spPr>
        <p:txBody>
          <a:bodyPr/>
          <a:lstStyle/>
          <a:p>
            <a:r>
              <a:rPr lang="en-US" dirty="0"/>
              <a:t>Master Title Slide Headline</a:t>
            </a:r>
            <a:endParaRPr lang="en-CA" dirty="0"/>
          </a:p>
        </p:txBody>
      </p:sp>
      <p:sp>
        <p:nvSpPr>
          <p:cNvPr id="11" name="Content Placeholder 9"/>
          <p:cNvSpPr>
            <a:spLocks noGrp="1"/>
          </p:cNvSpPr>
          <p:nvPr>
            <p:ph sz="quarter" idx="12" hasCustomPrompt="1"/>
          </p:nvPr>
        </p:nvSpPr>
        <p:spPr>
          <a:xfrm>
            <a:off x="609615" y="1733385"/>
            <a:ext cx="11034182" cy="4603806"/>
          </a:xfrm>
        </p:spPr>
        <p:txBody>
          <a:bodyPr/>
          <a:lstStyle>
            <a:lvl2pPr>
              <a:defRPr/>
            </a:lvl2pPr>
            <a:lvl3pPr>
              <a:defRPr/>
            </a:lvl3pPr>
          </a:lstStyle>
          <a:p>
            <a:pPr lvl="0"/>
            <a:r>
              <a:rPr lang="en-CA" dirty="0"/>
              <a:t>First Level Text</a:t>
            </a:r>
          </a:p>
          <a:p>
            <a:pPr lvl="1"/>
            <a:r>
              <a:rPr lang="en-CA" dirty="0"/>
              <a:t>Second Level Text</a:t>
            </a:r>
          </a:p>
          <a:p>
            <a:pPr lvl="2"/>
            <a:r>
              <a:rPr lang="en-CA" dirty="0"/>
              <a:t>Third Level Text</a:t>
            </a:r>
          </a:p>
          <a:p>
            <a:pPr lvl="3"/>
            <a:r>
              <a:rPr lang="en-CA" dirty="0"/>
              <a:t>Fourth Level Text</a:t>
            </a:r>
          </a:p>
          <a:p>
            <a:pPr lvl="4"/>
            <a:r>
              <a:rPr lang="en-CA" dirty="0"/>
              <a:t>Fifth Level Text</a:t>
            </a:r>
          </a:p>
        </p:txBody>
      </p:sp>
      <p:sp>
        <p:nvSpPr>
          <p:cNvPr id="4" name="Text Placeholder 3"/>
          <p:cNvSpPr>
            <a:spLocks noGrp="1"/>
          </p:cNvSpPr>
          <p:nvPr>
            <p:ph type="body" sz="quarter" idx="13"/>
          </p:nvPr>
        </p:nvSpPr>
        <p:spPr>
          <a:xfrm>
            <a:off x="613849" y="1192779"/>
            <a:ext cx="11029951" cy="358775"/>
          </a:xfrm>
        </p:spPr>
        <p:txBody>
          <a:bodyPr>
            <a:normAutofit/>
          </a:bodyPr>
          <a:lstStyle>
            <a:lvl1pPr marL="0" indent="0">
              <a:buNone/>
              <a:defRPr sz="1400" b="1">
                <a:solidFill>
                  <a:schemeClr val="accent2"/>
                </a:solidFill>
              </a:defRPr>
            </a:lvl1pPr>
            <a:lvl2pPr marL="225425" indent="0">
              <a:buNone/>
              <a:defRPr b="1">
                <a:solidFill>
                  <a:schemeClr val="accent6"/>
                </a:solidFill>
              </a:defRPr>
            </a:lvl2pPr>
            <a:lvl3pPr marL="457200" indent="0">
              <a:buNone/>
              <a:defRPr b="1">
                <a:solidFill>
                  <a:schemeClr val="accent6"/>
                </a:solidFill>
              </a:defRPr>
            </a:lvl3pPr>
            <a:lvl4pPr marL="688975" indent="0">
              <a:buNone/>
              <a:defRPr b="1">
                <a:solidFill>
                  <a:schemeClr val="accent6"/>
                </a:solidFill>
              </a:defRPr>
            </a:lvl4pPr>
            <a:lvl5pPr marL="914400" indent="0">
              <a:buNone/>
              <a:defRPr b="1">
                <a:solidFill>
                  <a:schemeClr val="accent6"/>
                </a:solidFill>
              </a:defRPr>
            </a:lvl5pPr>
          </a:lstStyle>
          <a:p>
            <a:pPr lvl="0"/>
            <a:r>
              <a:rPr lang="en-US" dirty="0"/>
              <a:t>Click to edit Master text styles</a:t>
            </a:r>
          </a:p>
        </p:txBody>
      </p:sp>
    </p:spTree>
    <p:extLst>
      <p:ext uri="{BB962C8B-B14F-4D97-AF65-F5344CB8AC3E}">
        <p14:creationId xmlns:p14="http://schemas.microsoft.com/office/powerpoint/2010/main" val="40952712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CE9C3409-C6E9-4A11-95D2-97B5ADD6FFBB}" type="datetime1">
              <a:rPr lang="en-US" smtClean="0"/>
              <a:pPr/>
              <a:t>9/23/2024</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75720872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CE9C3409-C6E9-4A11-95D2-97B5ADD6FFBB}" type="datetime1">
              <a:rPr lang="en-US" smtClean="0"/>
              <a:pPr/>
              <a:t>9/23/2024</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821259706"/>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NATIONAL SAVINGS AND CREDIT BANK (NATSAVE)…">
            <a:extLst>
              <a:ext uri="{FF2B5EF4-FFF2-40B4-BE49-F238E27FC236}">
                <a16:creationId xmlns:a16="http://schemas.microsoft.com/office/drawing/2014/main" id="{5449F475-BD51-4C9E-8BFA-C0E8D7971889}"/>
              </a:ext>
            </a:extLst>
          </p:cNvPr>
          <p:cNvSpPr txBox="1"/>
          <p:nvPr/>
        </p:nvSpPr>
        <p:spPr>
          <a:xfrm>
            <a:off x="2819399" y="2265775"/>
            <a:ext cx="6647685" cy="12747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5400" tIns="25400" rIns="25400" bIns="25400" anchor="ctr">
            <a:spAutoFit/>
          </a:bodyPr>
          <a:lstStyle/>
          <a:p>
            <a:pPr marL="0" marR="0" lvl="0" indent="0" algn="l" defTabSz="228600" rtl="0" eaLnBrk="1" fontAlgn="auto" latinLnBrk="0" hangingPunct="1">
              <a:lnSpc>
                <a:spcPct val="100000"/>
              </a:lnSpc>
              <a:spcBef>
                <a:spcPts val="0"/>
              </a:spcBef>
              <a:spcAft>
                <a:spcPts val="0"/>
              </a:spcAft>
              <a:buClrTx/>
              <a:buSzTx/>
              <a:buFontTx/>
              <a:buNone/>
              <a:tabLst/>
              <a:defRPr sz="5300">
                <a:solidFill>
                  <a:srgbClr val="5E5E5E"/>
                </a:solidFill>
                <a:latin typeface="Lato Regular"/>
                <a:ea typeface="Lato Regular"/>
                <a:cs typeface="Lato Regular"/>
                <a:sym typeface="Lato Regular"/>
              </a:defRPr>
            </a:pPr>
            <a:r>
              <a:rPr kumimoji="0" sz="2650" b="0" i="0" u="none" strike="noStrike" kern="1200" cap="none" spc="0" normalizeH="0" baseline="0" noProof="0" dirty="0">
                <a:ln>
                  <a:noFill/>
                </a:ln>
                <a:solidFill>
                  <a:srgbClr val="5E5E5E"/>
                </a:solidFill>
                <a:effectLst/>
                <a:uLnTx/>
                <a:uFillTx/>
                <a:latin typeface="Lato Regular"/>
                <a:ea typeface="Lato Regular"/>
                <a:cs typeface="Lato Regular"/>
                <a:sym typeface="Lato Regular"/>
              </a:rPr>
              <a:t>NATIONAL SAVINGS AND CREDIT BANK</a:t>
            </a:r>
            <a:endParaRPr kumimoji="0" lang="en-US" sz="2650" b="0" i="0" u="none" strike="noStrike" kern="1200" cap="none" spc="0" normalizeH="0" baseline="0" noProof="0" dirty="0">
              <a:ln>
                <a:noFill/>
              </a:ln>
              <a:solidFill>
                <a:srgbClr val="5E5E5E"/>
              </a:solidFill>
              <a:effectLst/>
              <a:uLnTx/>
              <a:uFillTx/>
              <a:latin typeface="Lato Regular"/>
              <a:ea typeface="Lato Regular"/>
              <a:cs typeface="Lato Regular"/>
              <a:sym typeface="Lato Regular"/>
            </a:endParaRPr>
          </a:p>
          <a:p>
            <a:pPr marL="0" marR="0" lvl="0" indent="0" algn="l" defTabSz="228600" rtl="0" eaLnBrk="1" fontAlgn="auto" latinLnBrk="0" hangingPunct="1">
              <a:lnSpc>
                <a:spcPct val="100000"/>
              </a:lnSpc>
              <a:spcBef>
                <a:spcPts val="0"/>
              </a:spcBef>
              <a:spcAft>
                <a:spcPts val="0"/>
              </a:spcAft>
              <a:buClrTx/>
              <a:buSzTx/>
              <a:buFontTx/>
              <a:buNone/>
              <a:tabLst/>
              <a:defRPr sz="5300">
                <a:solidFill>
                  <a:srgbClr val="5E5E5E"/>
                </a:solidFill>
                <a:latin typeface="Lato Regular"/>
                <a:ea typeface="Lato Regular"/>
                <a:cs typeface="Lato Regular"/>
                <a:sym typeface="Lato Regular"/>
              </a:defRPr>
            </a:pPr>
            <a:endParaRPr kumimoji="0" lang="en-US" sz="2650" b="0" i="0" u="none" strike="noStrike" kern="1200" cap="none" spc="0" normalizeH="0" baseline="0" noProof="0" dirty="0">
              <a:ln>
                <a:noFill/>
              </a:ln>
              <a:solidFill>
                <a:srgbClr val="5E5E5E"/>
              </a:solidFill>
              <a:effectLst/>
              <a:uLnTx/>
              <a:uFillTx/>
              <a:latin typeface="Lato Regular"/>
              <a:ea typeface="Lato Regular"/>
              <a:cs typeface="Lato Regular"/>
              <a:sym typeface="Lato Regular"/>
            </a:endParaRPr>
          </a:p>
          <a:p>
            <a:pPr marL="0" marR="0" lvl="0" indent="0" algn="l" defTabSz="228600" rtl="0" eaLnBrk="1" fontAlgn="auto" latinLnBrk="0" hangingPunct="1">
              <a:lnSpc>
                <a:spcPct val="100000"/>
              </a:lnSpc>
              <a:spcBef>
                <a:spcPts val="0"/>
              </a:spcBef>
              <a:spcAft>
                <a:spcPts val="0"/>
              </a:spcAft>
              <a:buClrTx/>
              <a:buSzTx/>
              <a:buFontTx/>
              <a:buNone/>
              <a:tabLst/>
              <a:defRPr sz="5300">
                <a:solidFill>
                  <a:srgbClr val="5E5E5E"/>
                </a:solidFill>
                <a:latin typeface="Lato Regular"/>
                <a:ea typeface="Lato Regular"/>
                <a:cs typeface="Lato Regular"/>
                <a:sym typeface="Lato Regular"/>
              </a:defRPr>
            </a:pPr>
            <a:r>
              <a:rPr lang="en-US" sz="2650" dirty="0">
                <a:solidFill>
                  <a:srgbClr val="5E5E5E"/>
                </a:solidFill>
                <a:latin typeface="Lato Regular"/>
                <a:ea typeface="Lato Regular"/>
                <a:cs typeface="Lato Regular"/>
                <a:sym typeface="Lato Regular"/>
              </a:rPr>
              <a:t>CYBER SECURITY ROAD MAP</a:t>
            </a:r>
            <a:endParaRPr kumimoji="0" lang="en-US" sz="2650" b="0" i="0" u="none" strike="noStrike" kern="1200" cap="none" spc="0" normalizeH="0" baseline="0" noProof="0" dirty="0">
              <a:ln>
                <a:noFill/>
              </a:ln>
              <a:solidFill>
                <a:srgbClr val="5E5E5E"/>
              </a:solidFill>
              <a:effectLst/>
              <a:uLnTx/>
              <a:uFillTx/>
              <a:latin typeface="Lato Regular"/>
              <a:ea typeface="Lato Regular"/>
              <a:cs typeface="Lato Regular"/>
              <a:sym typeface="Lato Regular"/>
            </a:endParaRPr>
          </a:p>
        </p:txBody>
      </p:sp>
      <p:sp>
        <p:nvSpPr>
          <p:cNvPr id="5" name="December 2018">
            <a:extLst>
              <a:ext uri="{FF2B5EF4-FFF2-40B4-BE49-F238E27FC236}">
                <a16:creationId xmlns:a16="http://schemas.microsoft.com/office/drawing/2014/main" id="{73A6CBA6-6153-4AC2-A2F6-D558FC1A75D7}"/>
              </a:ext>
            </a:extLst>
          </p:cNvPr>
          <p:cNvSpPr txBox="1"/>
          <p:nvPr/>
        </p:nvSpPr>
        <p:spPr>
          <a:xfrm>
            <a:off x="2819399" y="3633731"/>
            <a:ext cx="1513289"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5400" tIns="25400" rIns="25400" bIns="25400" anchor="ctr">
            <a:spAutoFit/>
          </a:bodyPr>
          <a:lstStyle>
            <a:lvl1pPr algn="l" defTabSz="457200">
              <a:defRPr>
                <a:solidFill>
                  <a:srgbClr val="5E5E5E"/>
                </a:solidFill>
                <a:latin typeface="Lato Bold"/>
                <a:ea typeface="Lato Bold"/>
                <a:cs typeface="Lato Bold"/>
                <a:sym typeface="Lato Bold"/>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900" dirty="0"/>
              <a:t>23</a:t>
            </a:r>
            <a:r>
              <a:rPr kumimoji="0" lang="en-US" sz="900" b="0" i="0" u="none" strike="noStrike" kern="1200" cap="none" spc="0" normalizeH="0" baseline="0" noProof="0" dirty="0">
                <a:ln>
                  <a:noFill/>
                </a:ln>
                <a:solidFill>
                  <a:srgbClr val="5E5E5E"/>
                </a:solidFill>
                <a:effectLst/>
                <a:uLnTx/>
                <a:uFillTx/>
                <a:latin typeface="Lato Bold"/>
                <a:ea typeface="Lato Bold"/>
                <a:cs typeface="Lato Bold"/>
                <a:sym typeface="Lato Bold"/>
              </a:rPr>
              <a:t> </a:t>
            </a:r>
            <a:r>
              <a:rPr lang="en-US" sz="900" dirty="0"/>
              <a:t> SEP</a:t>
            </a:r>
            <a:r>
              <a:rPr kumimoji="0" lang="en-US" sz="900" b="0" i="0" u="none" strike="noStrike" kern="1200" cap="none" spc="0" normalizeH="0" baseline="0" noProof="0" dirty="0">
                <a:ln>
                  <a:noFill/>
                </a:ln>
                <a:solidFill>
                  <a:srgbClr val="5E5E5E"/>
                </a:solidFill>
                <a:effectLst/>
                <a:uLnTx/>
                <a:uFillTx/>
                <a:latin typeface="Lato Bold"/>
                <a:ea typeface="Lato Bold"/>
                <a:cs typeface="Lato Bold"/>
                <a:sym typeface="Lato Bold"/>
              </a:rPr>
              <a:t> </a:t>
            </a:r>
            <a:r>
              <a:rPr kumimoji="0" sz="900" b="0" i="0" u="none" strike="noStrike" kern="1200" cap="none" spc="0" normalizeH="0" baseline="0" noProof="0" dirty="0">
                <a:ln>
                  <a:noFill/>
                </a:ln>
                <a:solidFill>
                  <a:srgbClr val="5E5E5E"/>
                </a:solidFill>
                <a:effectLst/>
                <a:uLnTx/>
                <a:uFillTx/>
                <a:latin typeface="Lato Bold"/>
                <a:ea typeface="Lato Bold"/>
                <a:cs typeface="Lato Bold"/>
                <a:sym typeface="Lato Bold"/>
              </a:rPr>
              <a:t>20</a:t>
            </a:r>
            <a:r>
              <a:rPr kumimoji="0" lang="en-US" sz="900" b="0" i="0" u="none" strike="noStrike" kern="1200" cap="none" spc="0" normalizeH="0" baseline="0" noProof="0" dirty="0">
                <a:ln>
                  <a:noFill/>
                </a:ln>
                <a:solidFill>
                  <a:srgbClr val="5E5E5E"/>
                </a:solidFill>
                <a:effectLst/>
                <a:uLnTx/>
                <a:uFillTx/>
                <a:latin typeface="Lato Bold"/>
                <a:ea typeface="Lato Bold"/>
                <a:cs typeface="Lato Bold"/>
                <a:sym typeface="Lato Bold"/>
              </a:rPr>
              <a:t>24</a:t>
            </a:r>
            <a:endParaRPr kumimoji="0" sz="900" b="0" i="0" u="none" strike="noStrike" kern="1200" cap="none" spc="0" normalizeH="0" baseline="0" noProof="0" dirty="0">
              <a:ln>
                <a:noFill/>
              </a:ln>
              <a:solidFill>
                <a:srgbClr val="5E5E5E"/>
              </a:solidFill>
              <a:effectLst/>
              <a:uLnTx/>
              <a:uFillTx/>
              <a:latin typeface="Lato Bold"/>
              <a:ea typeface="Lato Bold"/>
              <a:cs typeface="Lato Bold"/>
              <a:sym typeface="Lato Bold"/>
            </a:endParaRPr>
          </a:p>
        </p:txBody>
      </p:sp>
      <p:pic>
        <p:nvPicPr>
          <p:cNvPr id="6" name="Picture 5">
            <a:extLst>
              <a:ext uri="{FF2B5EF4-FFF2-40B4-BE49-F238E27FC236}">
                <a16:creationId xmlns:a16="http://schemas.microsoft.com/office/drawing/2014/main" id="{89DE8C65-0F67-489F-A825-7093439303B5}"/>
              </a:ext>
            </a:extLst>
          </p:cNvPr>
          <p:cNvPicPr>
            <a:picLocks noChangeAspect="1"/>
          </p:cNvPicPr>
          <p:nvPr/>
        </p:nvPicPr>
        <p:blipFill>
          <a:blip r:embed="rId3"/>
          <a:stretch>
            <a:fillRect/>
          </a:stretch>
        </p:blipFill>
        <p:spPr>
          <a:xfrm>
            <a:off x="1182094" y="2161640"/>
            <a:ext cx="1181100" cy="1285875"/>
          </a:xfrm>
          <a:prstGeom prst="rect">
            <a:avLst/>
          </a:prstGeom>
        </p:spPr>
      </p:pic>
      <p:sp>
        <p:nvSpPr>
          <p:cNvPr id="7" name="Rectangle 6">
            <a:extLst>
              <a:ext uri="{FF2B5EF4-FFF2-40B4-BE49-F238E27FC236}">
                <a16:creationId xmlns:a16="http://schemas.microsoft.com/office/drawing/2014/main" id="{97C4E800-CBA0-470D-956B-D2CCA1F35CC7}"/>
              </a:ext>
            </a:extLst>
          </p:cNvPr>
          <p:cNvSpPr/>
          <p:nvPr/>
        </p:nvSpPr>
        <p:spPr>
          <a:xfrm>
            <a:off x="11105567" y="5873951"/>
            <a:ext cx="1079976" cy="307777"/>
          </a:xfrm>
          <a:prstGeom prst="rect">
            <a:avLst/>
          </a:prstGeom>
        </p:spPr>
        <p:txBody>
          <a:bodyPr wrap="non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ZA" sz="1400" b="0" i="0" u="none" strike="noStrike" kern="1200" cap="none" spc="0" normalizeH="0" baseline="0" noProof="0" dirty="0">
                <a:ln>
                  <a:noFill/>
                </a:ln>
                <a:solidFill>
                  <a:prstClr val="black"/>
                </a:solidFill>
                <a:effectLst/>
                <a:uLnTx/>
                <a:uFillTx/>
                <a:latin typeface="Lato Bold"/>
                <a:ea typeface="Verdana" panose="020B0604030504040204" pitchFamily="34" charset="0"/>
                <a:cs typeface="+mn-cs"/>
              </a:rPr>
              <a:t>COO Office</a:t>
            </a:r>
          </a:p>
        </p:txBody>
      </p:sp>
      <p:cxnSp>
        <p:nvCxnSpPr>
          <p:cNvPr id="9" name="Straight Connector 8">
            <a:extLst>
              <a:ext uri="{FF2B5EF4-FFF2-40B4-BE49-F238E27FC236}">
                <a16:creationId xmlns:a16="http://schemas.microsoft.com/office/drawing/2014/main" id="{9578719E-356F-4F9D-BF1C-07D186718BF5}"/>
              </a:ext>
            </a:extLst>
          </p:cNvPr>
          <p:cNvCxnSpPr/>
          <p:nvPr/>
        </p:nvCxnSpPr>
        <p:spPr>
          <a:xfrm>
            <a:off x="11130458" y="6211616"/>
            <a:ext cx="977462" cy="0"/>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87420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4425005-466C-4C39-9BE4-894FE3FE57D9}"/>
              </a:ext>
            </a:extLst>
          </p:cNvPr>
          <p:cNvSpPr>
            <a:spLocks noGrp="1"/>
          </p:cNvSpPr>
          <p:nvPr>
            <p:ph type="sldNum" sz="quarter" idx="12"/>
          </p:nvPr>
        </p:nvSpPr>
        <p:spPr>
          <a:xfrm>
            <a:off x="10211821" y="5976124"/>
            <a:ext cx="1052508"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7F1E4F-1CFF-5643-939E-217C01CDF565}" type="slidenum">
              <a:rPr kumimoji="0" lang="en-US" sz="1100" b="1" i="0" u="none" strike="noStrike" kern="1200" cap="none" spc="0" normalizeH="0" baseline="0" noProof="0" smtClean="0">
                <a:ln>
                  <a:noFill/>
                </a:ln>
                <a:solidFill>
                  <a:prstClr val="black"/>
                </a:solidFill>
                <a:effectLst/>
                <a:uLnTx/>
                <a:uFillTx/>
                <a:latin typeface="Gill Sans MT"/>
                <a:ea typeface="+mn-ea"/>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100" b="1" i="0" u="none" strike="noStrike" kern="1200" cap="none" spc="0" normalizeH="0" baseline="0" noProof="0" dirty="0">
              <a:ln>
                <a:noFill/>
              </a:ln>
              <a:solidFill>
                <a:prstClr val="black"/>
              </a:solidFill>
              <a:effectLst/>
              <a:uLnTx/>
              <a:uFillTx/>
              <a:latin typeface="Gill Sans MT"/>
              <a:ea typeface="+mn-ea"/>
              <a:cs typeface="Arial" panose="020B0604020202020204" pitchFamily="34" charset="0"/>
            </a:endParaRPr>
          </a:p>
        </p:txBody>
      </p:sp>
      <p:sp>
        <p:nvSpPr>
          <p:cNvPr id="3" name="Title 2">
            <a:extLst>
              <a:ext uri="{FF2B5EF4-FFF2-40B4-BE49-F238E27FC236}">
                <a16:creationId xmlns:a16="http://schemas.microsoft.com/office/drawing/2014/main" id="{6086BD1A-C8B6-4BF0-A490-6040E96DEE8E}"/>
              </a:ext>
            </a:extLst>
          </p:cNvPr>
          <p:cNvSpPr>
            <a:spLocks noGrp="1"/>
          </p:cNvSpPr>
          <p:nvPr>
            <p:ph type="title" idx="4294967295"/>
          </p:nvPr>
        </p:nvSpPr>
        <p:spPr>
          <a:xfrm>
            <a:off x="581192" y="176804"/>
            <a:ext cx="11029616" cy="1189554"/>
          </a:xfrm>
          <a:prstGeom prst="rect">
            <a:avLst/>
          </a:prstGeom>
        </p:spPr>
        <p:txBody>
          <a:bodyPr vert="horz" lIns="91440" tIns="45720" rIns="91440" bIns="45720" rtlCol="0" anchor="b">
            <a:norm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defTabSz="457200" rtl="0" eaLnBrk="1" latinLnBrk="0" hangingPunct="1">
              <a:spcBef>
                <a:spcPct val="0"/>
              </a:spcBef>
              <a:buNone/>
            </a:pPr>
            <a:r>
              <a:rPr lang="en-US" dirty="0"/>
              <a:t>Click to edit Master title style</a:t>
            </a:r>
            <a:endParaRPr lang="en-ZA" sz="1600" b="1" i="1" kern="1200" cap="none" dirty="0">
              <a:solidFill>
                <a:schemeClr val="tx1"/>
              </a:solidFill>
              <a:latin typeface="+mn-lt"/>
              <a:ea typeface="+mn-ea"/>
              <a:cs typeface="+mn-cs"/>
            </a:endParaRPr>
          </a:p>
        </p:txBody>
      </p:sp>
      <p:sp>
        <p:nvSpPr>
          <p:cNvPr id="10" name="TextBox 9">
            <a:extLst>
              <a:ext uri="{FF2B5EF4-FFF2-40B4-BE49-F238E27FC236}">
                <a16:creationId xmlns:a16="http://schemas.microsoft.com/office/drawing/2014/main" id="{6297A069-B628-B211-B04C-722B3614B8B8}"/>
              </a:ext>
            </a:extLst>
          </p:cNvPr>
          <p:cNvSpPr txBox="1"/>
          <p:nvPr/>
        </p:nvSpPr>
        <p:spPr>
          <a:xfrm>
            <a:off x="353800" y="111886"/>
            <a:ext cx="8199478"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accent1">
                    <a:lumMod val="75000"/>
                  </a:schemeClr>
                </a:solidFill>
                <a:effectLst/>
                <a:uLnTx/>
                <a:uFillTx/>
                <a:latin typeface="Gill Sans MT"/>
                <a:ea typeface="+mn-ea"/>
                <a:cs typeface="Arial" panose="020B0604020202020204" pitchFamily="34" charset="0"/>
              </a:rPr>
              <a:t> </a:t>
            </a:r>
            <a:r>
              <a:rPr kumimoji="0" lang="en-US" sz="1800" b="0" i="0" u="none" strike="noStrike" kern="1200" cap="none" spc="0" normalizeH="0" baseline="0" noProof="0" dirty="0">
                <a:ln>
                  <a:noFill/>
                </a:ln>
                <a:solidFill>
                  <a:schemeClr val="accent1">
                    <a:lumMod val="75000"/>
                  </a:schemeClr>
                </a:solidFill>
                <a:effectLst/>
                <a:uLnTx/>
                <a:uFillTx/>
                <a:latin typeface="Gill Sans MT"/>
                <a:ea typeface="+mn-ea"/>
                <a:cs typeface="Arial" panose="020B0604020202020204" pitchFamily="34" charset="0"/>
              </a:rPr>
              <a:t>Cyber Security Strategy Journey for 2023 -2024   </a:t>
            </a:r>
          </a:p>
        </p:txBody>
      </p:sp>
      <p:grpSp>
        <p:nvGrpSpPr>
          <p:cNvPr id="83" name="Group 82">
            <a:extLst>
              <a:ext uri="{FF2B5EF4-FFF2-40B4-BE49-F238E27FC236}">
                <a16:creationId xmlns:a16="http://schemas.microsoft.com/office/drawing/2014/main" id="{0E73CFE1-4501-19D3-9825-6EF37A06399C}"/>
              </a:ext>
            </a:extLst>
          </p:cNvPr>
          <p:cNvGrpSpPr/>
          <p:nvPr/>
        </p:nvGrpSpPr>
        <p:grpSpPr>
          <a:xfrm>
            <a:off x="1115873" y="1508033"/>
            <a:ext cx="9136158" cy="3372753"/>
            <a:chOff x="-14990" y="1922398"/>
            <a:chExt cx="12181544" cy="3558978"/>
          </a:xfrm>
        </p:grpSpPr>
        <p:sp>
          <p:nvSpPr>
            <p:cNvPr id="84" name="Freeform 193">
              <a:extLst>
                <a:ext uri="{FF2B5EF4-FFF2-40B4-BE49-F238E27FC236}">
                  <a16:creationId xmlns:a16="http://schemas.microsoft.com/office/drawing/2014/main" id="{03468121-3670-BA11-F841-EF888AE2B60D}"/>
                </a:ext>
              </a:extLst>
            </p:cNvPr>
            <p:cNvSpPr/>
            <p:nvPr/>
          </p:nvSpPr>
          <p:spPr>
            <a:xfrm>
              <a:off x="-14288" y="2042710"/>
              <a:ext cx="12180842" cy="3342092"/>
            </a:xfrm>
            <a:custGeom>
              <a:avLst/>
              <a:gdLst>
                <a:gd name="connsiteX0" fmla="*/ 0 w 12162971"/>
                <a:gd name="connsiteY0" fmla="*/ 0 h 3425372"/>
                <a:gd name="connsiteX1" fmla="*/ 8069943 w 12162971"/>
                <a:gd name="connsiteY1" fmla="*/ 0 h 3425372"/>
                <a:gd name="connsiteX2" fmla="*/ 8069943 w 12162971"/>
                <a:gd name="connsiteY2" fmla="*/ 1567543 h 3425372"/>
                <a:gd name="connsiteX3" fmla="*/ 1901371 w 12162971"/>
                <a:gd name="connsiteY3" fmla="*/ 1567543 h 3425372"/>
                <a:gd name="connsiteX4" fmla="*/ 1901371 w 12162971"/>
                <a:gd name="connsiteY4" fmla="*/ 3425372 h 3425372"/>
                <a:gd name="connsiteX5" fmla="*/ 12162971 w 12162971"/>
                <a:gd name="connsiteY5" fmla="*/ 3425372 h 3425372"/>
                <a:gd name="connsiteX0" fmla="*/ 0 w 12162971"/>
                <a:gd name="connsiteY0" fmla="*/ 0 h 3425372"/>
                <a:gd name="connsiteX1" fmla="*/ 8069943 w 12162971"/>
                <a:gd name="connsiteY1" fmla="*/ 0 h 3425372"/>
                <a:gd name="connsiteX2" fmla="*/ 8069943 w 12162971"/>
                <a:gd name="connsiteY2" fmla="*/ 1567543 h 3425372"/>
                <a:gd name="connsiteX3" fmla="*/ 1901371 w 12162971"/>
                <a:gd name="connsiteY3" fmla="*/ 1567543 h 3425372"/>
                <a:gd name="connsiteX4" fmla="*/ 1901371 w 12162971"/>
                <a:gd name="connsiteY4" fmla="*/ 3425372 h 3425372"/>
                <a:gd name="connsiteX5" fmla="*/ 12162971 w 12162971"/>
                <a:gd name="connsiteY5" fmla="*/ 3425372 h 3425372"/>
                <a:gd name="connsiteX0" fmla="*/ 0 w 12162971"/>
                <a:gd name="connsiteY0" fmla="*/ 0 h 3425372"/>
                <a:gd name="connsiteX1" fmla="*/ 8069943 w 12162971"/>
                <a:gd name="connsiteY1" fmla="*/ 0 h 3425372"/>
                <a:gd name="connsiteX2" fmla="*/ 8069943 w 12162971"/>
                <a:gd name="connsiteY2" fmla="*/ 1567543 h 3425372"/>
                <a:gd name="connsiteX3" fmla="*/ 1901371 w 12162971"/>
                <a:gd name="connsiteY3" fmla="*/ 1567543 h 3425372"/>
                <a:gd name="connsiteX4" fmla="*/ 1901371 w 12162971"/>
                <a:gd name="connsiteY4" fmla="*/ 3425372 h 3425372"/>
                <a:gd name="connsiteX5" fmla="*/ 12162971 w 12162971"/>
                <a:gd name="connsiteY5" fmla="*/ 3425372 h 3425372"/>
                <a:gd name="connsiteX0" fmla="*/ 0 w 12162971"/>
                <a:gd name="connsiteY0" fmla="*/ 0 h 3425372"/>
                <a:gd name="connsiteX1" fmla="*/ 8069943 w 12162971"/>
                <a:gd name="connsiteY1" fmla="*/ 0 h 3425372"/>
                <a:gd name="connsiteX2" fmla="*/ 8069943 w 12162971"/>
                <a:gd name="connsiteY2" fmla="*/ 1567543 h 3425372"/>
                <a:gd name="connsiteX3" fmla="*/ 1901371 w 12162971"/>
                <a:gd name="connsiteY3" fmla="*/ 1567543 h 3425372"/>
                <a:gd name="connsiteX4" fmla="*/ 1901371 w 12162971"/>
                <a:gd name="connsiteY4" fmla="*/ 3425372 h 3425372"/>
                <a:gd name="connsiteX5" fmla="*/ 12162971 w 12162971"/>
                <a:gd name="connsiteY5" fmla="*/ 3425372 h 3425372"/>
                <a:gd name="connsiteX0" fmla="*/ 0 w 12162971"/>
                <a:gd name="connsiteY0" fmla="*/ 0 h 3425372"/>
                <a:gd name="connsiteX1" fmla="*/ 8069943 w 12162971"/>
                <a:gd name="connsiteY1" fmla="*/ 0 h 3425372"/>
                <a:gd name="connsiteX2" fmla="*/ 8069943 w 12162971"/>
                <a:gd name="connsiteY2" fmla="*/ 1567543 h 3425372"/>
                <a:gd name="connsiteX3" fmla="*/ 1901371 w 12162971"/>
                <a:gd name="connsiteY3" fmla="*/ 1567543 h 3425372"/>
                <a:gd name="connsiteX4" fmla="*/ 1901371 w 12162971"/>
                <a:gd name="connsiteY4" fmla="*/ 3425372 h 3425372"/>
                <a:gd name="connsiteX5" fmla="*/ 12162971 w 12162971"/>
                <a:gd name="connsiteY5" fmla="*/ 3425372 h 3425372"/>
                <a:gd name="connsiteX0" fmla="*/ 0 w 12162971"/>
                <a:gd name="connsiteY0" fmla="*/ 0 h 3425372"/>
                <a:gd name="connsiteX1" fmla="*/ 8069943 w 12162971"/>
                <a:gd name="connsiteY1" fmla="*/ 0 h 3425372"/>
                <a:gd name="connsiteX2" fmla="*/ 8069943 w 12162971"/>
                <a:gd name="connsiteY2" fmla="*/ 1567543 h 3425372"/>
                <a:gd name="connsiteX3" fmla="*/ 1901371 w 12162971"/>
                <a:gd name="connsiteY3" fmla="*/ 1567543 h 3425372"/>
                <a:gd name="connsiteX4" fmla="*/ 1901371 w 12162971"/>
                <a:gd name="connsiteY4" fmla="*/ 3425372 h 3425372"/>
                <a:gd name="connsiteX5" fmla="*/ 12162971 w 12162971"/>
                <a:gd name="connsiteY5" fmla="*/ 3425372 h 3425372"/>
                <a:gd name="connsiteX0" fmla="*/ 0 w 12162971"/>
                <a:gd name="connsiteY0" fmla="*/ 0 h 3425372"/>
                <a:gd name="connsiteX1" fmla="*/ 8069943 w 12162971"/>
                <a:gd name="connsiteY1" fmla="*/ 0 h 3425372"/>
                <a:gd name="connsiteX2" fmla="*/ 8069943 w 12162971"/>
                <a:gd name="connsiteY2" fmla="*/ 1567543 h 3425372"/>
                <a:gd name="connsiteX3" fmla="*/ 1901371 w 12162971"/>
                <a:gd name="connsiteY3" fmla="*/ 1567543 h 3425372"/>
                <a:gd name="connsiteX4" fmla="*/ 1901371 w 12162971"/>
                <a:gd name="connsiteY4" fmla="*/ 3425372 h 3425372"/>
                <a:gd name="connsiteX5" fmla="*/ 12162971 w 12162971"/>
                <a:gd name="connsiteY5" fmla="*/ 3425372 h 3425372"/>
                <a:gd name="connsiteX0" fmla="*/ 0 w 12162971"/>
                <a:gd name="connsiteY0" fmla="*/ 0 h 3425383"/>
                <a:gd name="connsiteX1" fmla="*/ 8069943 w 12162971"/>
                <a:gd name="connsiteY1" fmla="*/ 0 h 3425383"/>
                <a:gd name="connsiteX2" fmla="*/ 8069943 w 12162971"/>
                <a:gd name="connsiteY2" fmla="*/ 1567543 h 3425383"/>
                <a:gd name="connsiteX3" fmla="*/ 1901371 w 12162971"/>
                <a:gd name="connsiteY3" fmla="*/ 1567543 h 3425383"/>
                <a:gd name="connsiteX4" fmla="*/ 1901371 w 12162971"/>
                <a:gd name="connsiteY4" fmla="*/ 3425372 h 3425383"/>
                <a:gd name="connsiteX5" fmla="*/ 12162971 w 12162971"/>
                <a:gd name="connsiteY5" fmla="*/ 3425372 h 3425383"/>
                <a:gd name="connsiteX0" fmla="*/ 0 w 12162971"/>
                <a:gd name="connsiteY0" fmla="*/ 0 h 3425381"/>
                <a:gd name="connsiteX1" fmla="*/ 8069943 w 12162971"/>
                <a:gd name="connsiteY1" fmla="*/ 0 h 3425381"/>
                <a:gd name="connsiteX2" fmla="*/ 8069943 w 12162971"/>
                <a:gd name="connsiteY2" fmla="*/ 1567543 h 3425381"/>
                <a:gd name="connsiteX3" fmla="*/ 1901371 w 12162971"/>
                <a:gd name="connsiteY3" fmla="*/ 1567543 h 3425381"/>
                <a:gd name="connsiteX4" fmla="*/ 1901371 w 12162971"/>
                <a:gd name="connsiteY4" fmla="*/ 3425372 h 3425381"/>
                <a:gd name="connsiteX5" fmla="*/ 12162971 w 12162971"/>
                <a:gd name="connsiteY5" fmla="*/ 3425372 h 3425381"/>
                <a:gd name="connsiteX0" fmla="*/ 0 w 12162971"/>
                <a:gd name="connsiteY0" fmla="*/ 0 h 3425382"/>
                <a:gd name="connsiteX1" fmla="*/ 8069943 w 12162971"/>
                <a:gd name="connsiteY1" fmla="*/ 0 h 3425382"/>
                <a:gd name="connsiteX2" fmla="*/ 8069943 w 12162971"/>
                <a:gd name="connsiteY2" fmla="*/ 1567543 h 3425382"/>
                <a:gd name="connsiteX3" fmla="*/ 1901371 w 12162971"/>
                <a:gd name="connsiteY3" fmla="*/ 1567543 h 3425382"/>
                <a:gd name="connsiteX4" fmla="*/ 1901371 w 12162971"/>
                <a:gd name="connsiteY4" fmla="*/ 3425372 h 3425382"/>
                <a:gd name="connsiteX5" fmla="*/ 12162971 w 12162971"/>
                <a:gd name="connsiteY5" fmla="*/ 3425372 h 3425382"/>
                <a:gd name="connsiteX0" fmla="*/ 0 w 12162971"/>
                <a:gd name="connsiteY0" fmla="*/ 0 h 3425372"/>
                <a:gd name="connsiteX1" fmla="*/ 8069943 w 12162971"/>
                <a:gd name="connsiteY1" fmla="*/ 0 h 3425372"/>
                <a:gd name="connsiteX2" fmla="*/ 8069943 w 12162971"/>
                <a:gd name="connsiteY2" fmla="*/ 1567543 h 3425372"/>
                <a:gd name="connsiteX3" fmla="*/ 1901371 w 12162971"/>
                <a:gd name="connsiteY3" fmla="*/ 1567543 h 3425372"/>
                <a:gd name="connsiteX4" fmla="*/ 1901371 w 12162971"/>
                <a:gd name="connsiteY4" fmla="*/ 3425372 h 3425372"/>
                <a:gd name="connsiteX5" fmla="*/ 12162971 w 12162971"/>
                <a:gd name="connsiteY5" fmla="*/ 3425372 h 3425372"/>
                <a:gd name="connsiteX0" fmla="*/ 0 w 12162971"/>
                <a:gd name="connsiteY0" fmla="*/ 443 h 3425815"/>
                <a:gd name="connsiteX1" fmla="*/ 7976454 w 12162971"/>
                <a:gd name="connsiteY1" fmla="*/ 0 h 3425815"/>
                <a:gd name="connsiteX2" fmla="*/ 8069943 w 12162971"/>
                <a:gd name="connsiteY2" fmla="*/ 443 h 3425815"/>
                <a:gd name="connsiteX3" fmla="*/ 8069943 w 12162971"/>
                <a:gd name="connsiteY3" fmla="*/ 1567986 h 3425815"/>
                <a:gd name="connsiteX4" fmla="*/ 1901371 w 12162971"/>
                <a:gd name="connsiteY4" fmla="*/ 1567986 h 3425815"/>
                <a:gd name="connsiteX5" fmla="*/ 1901371 w 12162971"/>
                <a:gd name="connsiteY5" fmla="*/ 3425815 h 3425815"/>
                <a:gd name="connsiteX6" fmla="*/ 12162971 w 12162971"/>
                <a:gd name="connsiteY6" fmla="*/ 3425815 h 3425815"/>
                <a:gd name="connsiteX0" fmla="*/ 0 w 12162971"/>
                <a:gd name="connsiteY0" fmla="*/ 5653 h 3431025"/>
                <a:gd name="connsiteX1" fmla="*/ 7976454 w 12162971"/>
                <a:gd name="connsiteY1" fmla="*/ 5210 h 3431025"/>
                <a:gd name="connsiteX2" fmla="*/ 8069943 w 12162971"/>
                <a:gd name="connsiteY2" fmla="*/ 5653 h 3431025"/>
                <a:gd name="connsiteX3" fmla="*/ 8069943 w 12162971"/>
                <a:gd name="connsiteY3" fmla="*/ 1573196 h 3431025"/>
                <a:gd name="connsiteX4" fmla="*/ 1901371 w 12162971"/>
                <a:gd name="connsiteY4" fmla="*/ 1573196 h 3431025"/>
                <a:gd name="connsiteX5" fmla="*/ 1901371 w 12162971"/>
                <a:gd name="connsiteY5" fmla="*/ 3431025 h 3431025"/>
                <a:gd name="connsiteX6" fmla="*/ 12162971 w 12162971"/>
                <a:gd name="connsiteY6" fmla="*/ 3431025 h 3431025"/>
                <a:gd name="connsiteX0" fmla="*/ 0 w 12162971"/>
                <a:gd name="connsiteY0" fmla="*/ 645 h 3426017"/>
                <a:gd name="connsiteX1" fmla="*/ 7976454 w 12162971"/>
                <a:gd name="connsiteY1" fmla="*/ 202 h 3426017"/>
                <a:gd name="connsiteX2" fmla="*/ 8069943 w 12162971"/>
                <a:gd name="connsiteY2" fmla="*/ 9934 h 3426017"/>
                <a:gd name="connsiteX3" fmla="*/ 8069943 w 12162971"/>
                <a:gd name="connsiteY3" fmla="*/ 1568188 h 3426017"/>
                <a:gd name="connsiteX4" fmla="*/ 1901371 w 12162971"/>
                <a:gd name="connsiteY4" fmla="*/ 1568188 h 3426017"/>
                <a:gd name="connsiteX5" fmla="*/ 1901371 w 12162971"/>
                <a:gd name="connsiteY5" fmla="*/ 3426017 h 3426017"/>
                <a:gd name="connsiteX6" fmla="*/ 12162971 w 12162971"/>
                <a:gd name="connsiteY6" fmla="*/ 3426017 h 3426017"/>
                <a:gd name="connsiteX0" fmla="*/ 0 w 12162971"/>
                <a:gd name="connsiteY0" fmla="*/ 443 h 3425815"/>
                <a:gd name="connsiteX1" fmla="*/ 7976454 w 12162971"/>
                <a:gd name="connsiteY1" fmla="*/ 0 h 3425815"/>
                <a:gd name="connsiteX2" fmla="*/ 8069943 w 12162971"/>
                <a:gd name="connsiteY2" fmla="*/ 12828 h 3425815"/>
                <a:gd name="connsiteX3" fmla="*/ 8069943 w 12162971"/>
                <a:gd name="connsiteY3" fmla="*/ 1567986 h 3425815"/>
                <a:gd name="connsiteX4" fmla="*/ 1901371 w 12162971"/>
                <a:gd name="connsiteY4" fmla="*/ 1567986 h 3425815"/>
                <a:gd name="connsiteX5" fmla="*/ 1901371 w 12162971"/>
                <a:gd name="connsiteY5" fmla="*/ 3425815 h 3425815"/>
                <a:gd name="connsiteX6" fmla="*/ 12162971 w 12162971"/>
                <a:gd name="connsiteY6" fmla="*/ 3425815 h 3425815"/>
                <a:gd name="connsiteX0" fmla="*/ 0 w 12162971"/>
                <a:gd name="connsiteY0" fmla="*/ 1457 h 3426829"/>
                <a:gd name="connsiteX1" fmla="*/ 7976454 w 12162971"/>
                <a:gd name="connsiteY1" fmla="*/ 1014 h 3426829"/>
                <a:gd name="connsiteX2" fmla="*/ 8069943 w 12162971"/>
                <a:gd name="connsiteY2" fmla="*/ 13842 h 3426829"/>
                <a:gd name="connsiteX3" fmla="*/ 8069943 w 12162971"/>
                <a:gd name="connsiteY3" fmla="*/ 1569000 h 3426829"/>
                <a:gd name="connsiteX4" fmla="*/ 1901371 w 12162971"/>
                <a:gd name="connsiteY4" fmla="*/ 1569000 h 3426829"/>
                <a:gd name="connsiteX5" fmla="*/ 1901371 w 12162971"/>
                <a:gd name="connsiteY5" fmla="*/ 3426829 h 3426829"/>
                <a:gd name="connsiteX6" fmla="*/ 12162971 w 12162971"/>
                <a:gd name="connsiteY6" fmla="*/ 3426829 h 3426829"/>
                <a:gd name="connsiteX0" fmla="*/ 0 w 12162971"/>
                <a:gd name="connsiteY0" fmla="*/ 9289 h 3434661"/>
                <a:gd name="connsiteX1" fmla="*/ 7976454 w 12162971"/>
                <a:gd name="connsiteY1" fmla="*/ 8846 h 3434661"/>
                <a:gd name="connsiteX2" fmla="*/ 8069943 w 12162971"/>
                <a:gd name="connsiteY2" fmla="*/ 21674 h 3434661"/>
                <a:gd name="connsiteX3" fmla="*/ 8069943 w 12162971"/>
                <a:gd name="connsiteY3" fmla="*/ 1576832 h 3434661"/>
                <a:gd name="connsiteX4" fmla="*/ 1901371 w 12162971"/>
                <a:gd name="connsiteY4" fmla="*/ 1576832 h 3434661"/>
                <a:gd name="connsiteX5" fmla="*/ 1901371 w 12162971"/>
                <a:gd name="connsiteY5" fmla="*/ 3434661 h 3434661"/>
                <a:gd name="connsiteX6" fmla="*/ 12162971 w 12162971"/>
                <a:gd name="connsiteY6" fmla="*/ 3434661 h 3434661"/>
                <a:gd name="connsiteX0" fmla="*/ 0 w 12162971"/>
                <a:gd name="connsiteY0" fmla="*/ 1000 h 3426372"/>
                <a:gd name="connsiteX1" fmla="*/ 7976454 w 12162971"/>
                <a:gd name="connsiteY1" fmla="*/ 557 h 3426372"/>
                <a:gd name="connsiteX2" fmla="*/ 8069943 w 12162971"/>
                <a:gd name="connsiteY2" fmla="*/ 13385 h 3426372"/>
                <a:gd name="connsiteX3" fmla="*/ 8069943 w 12162971"/>
                <a:gd name="connsiteY3" fmla="*/ 1568543 h 3426372"/>
                <a:gd name="connsiteX4" fmla="*/ 1901371 w 12162971"/>
                <a:gd name="connsiteY4" fmla="*/ 1568543 h 3426372"/>
                <a:gd name="connsiteX5" fmla="*/ 1901371 w 12162971"/>
                <a:gd name="connsiteY5" fmla="*/ 3426372 h 3426372"/>
                <a:gd name="connsiteX6" fmla="*/ 12162971 w 12162971"/>
                <a:gd name="connsiteY6" fmla="*/ 3426372 h 3426372"/>
                <a:gd name="connsiteX0" fmla="*/ 0 w 12162971"/>
                <a:gd name="connsiteY0" fmla="*/ 7001 h 3432373"/>
                <a:gd name="connsiteX1" fmla="*/ 7949334 w 12162971"/>
                <a:gd name="connsiteY1" fmla="*/ 366 h 3432373"/>
                <a:gd name="connsiteX2" fmla="*/ 8069943 w 12162971"/>
                <a:gd name="connsiteY2" fmla="*/ 19386 h 3432373"/>
                <a:gd name="connsiteX3" fmla="*/ 8069943 w 12162971"/>
                <a:gd name="connsiteY3" fmla="*/ 1574544 h 3432373"/>
                <a:gd name="connsiteX4" fmla="*/ 1901371 w 12162971"/>
                <a:gd name="connsiteY4" fmla="*/ 1574544 h 3432373"/>
                <a:gd name="connsiteX5" fmla="*/ 1901371 w 12162971"/>
                <a:gd name="connsiteY5" fmla="*/ 3432373 h 3432373"/>
                <a:gd name="connsiteX6" fmla="*/ 12162971 w 12162971"/>
                <a:gd name="connsiteY6" fmla="*/ 3432373 h 3432373"/>
                <a:gd name="connsiteX0" fmla="*/ 0 w 12162971"/>
                <a:gd name="connsiteY0" fmla="*/ 3981 h 3429353"/>
                <a:gd name="connsiteX1" fmla="*/ 7940293 w 12162971"/>
                <a:gd name="connsiteY1" fmla="*/ 443 h 3429353"/>
                <a:gd name="connsiteX2" fmla="*/ 8069943 w 12162971"/>
                <a:gd name="connsiteY2" fmla="*/ 16366 h 3429353"/>
                <a:gd name="connsiteX3" fmla="*/ 8069943 w 12162971"/>
                <a:gd name="connsiteY3" fmla="*/ 1571524 h 3429353"/>
                <a:gd name="connsiteX4" fmla="*/ 1901371 w 12162971"/>
                <a:gd name="connsiteY4" fmla="*/ 1571524 h 3429353"/>
                <a:gd name="connsiteX5" fmla="*/ 1901371 w 12162971"/>
                <a:gd name="connsiteY5" fmla="*/ 3429353 h 3429353"/>
                <a:gd name="connsiteX6" fmla="*/ 12162971 w 12162971"/>
                <a:gd name="connsiteY6" fmla="*/ 3429353 h 3429353"/>
                <a:gd name="connsiteX0" fmla="*/ 0 w 12162971"/>
                <a:gd name="connsiteY0" fmla="*/ 4094 h 3429466"/>
                <a:gd name="connsiteX1" fmla="*/ 7940293 w 12162971"/>
                <a:gd name="connsiteY1" fmla="*/ 556 h 3429466"/>
                <a:gd name="connsiteX2" fmla="*/ 8072956 w 12162971"/>
                <a:gd name="connsiteY2" fmla="*/ 13383 h 3429466"/>
                <a:gd name="connsiteX3" fmla="*/ 8069943 w 12162971"/>
                <a:gd name="connsiteY3" fmla="*/ 1571637 h 3429466"/>
                <a:gd name="connsiteX4" fmla="*/ 1901371 w 12162971"/>
                <a:gd name="connsiteY4" fmla="*/ 1571637 h 3429466"/>
                <a:gd name="connsiteX5" fmla="*/ 1901371 w 12162971"/>
                <a:gd name="connsiteY5" fmla="*/ 3429466 h 3429466"/>
                <a:gd name="connsiteX6" fmla="*/ 12162971 w 12162971"/>
                <a:gd name="connsiteY6" fmla="*/ 3429466 h 3429466"/>
                <a:gd name="connsiteX0" fmla="*/ 0 w 12162971"/>
                <a:gd name="connsiteY0" fmla="*/ 4637 h 3430009"/>
                <a:gd name="connsiteX1" fmla="*/ 7940293 w 12162971"/>
                <a:gd name="connsiteY1" fmla="*/ 1099 h 3430009"/>
                <a:gd name="connsiteX2" fmla="*/ 8072956 w 12162971"/>
                <a:gd name="connsiteY2" fmla="*/ 7733 h 3430009"/>
                <a:gd name="connsiteX3" fmla="*/ 8069943 w 12162971"/>
                <a:gd name="connsiteY3" fmla="*/ 1572180 h 3430009"/>
                <a:gd name="connsiteX4" fmla="*/ 1901371 w 12162971"/>
                <a:gd name="connsiteY4" fmla="*/ 1572180 h 3430009"/>
                <a:gd name="connsiteX5" fmla="*/ 1901371 w 12162971"/>
                <a:gd name="connsiteY5" fmla="*/ 3430009 h 3430009"/>
                <a:gd name="connsiteX6" fmla="*/ 12162971 w 12162971"/>
                <a:gd name="connsiteY6" fmla="*/ 3430009 h 3430009"/>
                <a:gd name="connsiteX0" fmla="*/ 0 w 12162971"/>
                <a:gd name="connsiteY0" fmla="*/ 3905 h 3429277"/>
                <a:gd name="connsiteX1" fmla="*/ 7940293 w 12162971"/>
                <a:gd name="connsiteY1" fmla="*/ 367 h 3429277"/>
                <a:gd name="connsiteX2" fmla="*/ 8072956 w 12162971"/>
                <a:gd name="connsiteY2" fmla="*/ 19386 h 3429277"/>
                <a:gd name="connsiteX3" fmla="*/ 8069943 w 12162971"/>
                <a:gd name="connsiteY3" fmla="*/ 1571448 h 3429277"/>
                <a:gd name="connsiteX4" fmla="*/ 1901371 w 12162971"/>
                <a:gd name="connsiteY4" fmla="*/ 1571448 h 3429277"/>
                <a:gd name="connsiteX5" fmla="*/ 1901371 w 12162971"/>
                <a:gd name="connsiteY5" fmla="*/ 3429277 h 3429277"/>
                <a:gd name="connsiteX6" fmla="*/ 12162971 w 12162971"/>
                <a:gd name="connsiteY6" fmla="*/ 3429277 h 3429277"/>
                <a:gd name="connsiteX0" fmla="*/ 0 w 12162971"/>
                <a:gd name="connsiteY0" fmla="*/ 3905 h 3429277"/>
                <a:gd name="connsiteX1" fmla="*/ 7940293 w 12162971"/>
                <a:gd name="connsiteY1" fmla="*/ 367 h 3429277"/>
                <a:gd name="connsiteX2" fmla="*/ 8072956 w 12162971"/>
                <a:gd name="connsiteY2" fmla="*/ 19386 h 3429277"/>
                <a:gd name="connsiteX3" fmla="*/ 8069943 w 12162971"/>
                <a:gd name="connsiteY3" fmla="*/ 1571448 h 3429277"/>
                <a:gd name="connsiteX4" fmla="*/ 1922465 w 12162971"/>
                <a:gd name="connsiteY4" fmla="*/ 1565256 h 3429277"/>
                <a:gd name="connsiteX5" fmla="*/ 1901371 w 12162971"/>
                <a:gd name="connsiteY5" fmla="*/ 3429277 h 3429277"/>
                <a:gd name="connsiteX6" fmla="*/ 12162971 w 12162971"/>
                <a:gd name="connsiteY6" fmla="*/ 3429277 h 3429277"/>
                <a:gd name="connsiteX0" fmla="*/ 0 w 12162971"/>
                <a:gd name="connsiteY0" fmla="*/ 3905 h 3429277"/>
                <a:gd name="connsiteX1" fmla="*/ 7940293 w 12162971"/>
                <a:gd name="connsiteY1" fmla="*/ 367 h 3429277"/>
                <a:gd name="connsiteX2" fmla="*/ 8072956 w 12162971"/>
                <a:gd name="connsiteY2" fmla="*/ 19386 h 3429277"/>
                <a:gd name="connsiteX3" fmla="*/ 8069943 w 12162971"/>
                <a:gd name="connsiteY3" fmla="*/ 1571448 h 3429277"/>
                <a:gd name="connsiteX4" fmla="*/ 1922465 w 12162971"/>
                <a:gd name="connsiteY4" fmla="*/ 1565256 h 3429277"/>
                <a:gd name="connsiteX5" fmla="*/ 1901371 w 12162971"/>
                <a:gd name="connsiteY5" fmla="*/ 3429277 h 3429277"/>
                <a:gd name="connsiteX6" fmla="*/ 12162971 w 12162971"/>
                <a:gd name="connsiteY6" fmla="*/ 3429277 h 3429277"/>
                <a:gd name="connsiteX0" fmla="*/ 0 w 12162971"/>
                <a:gd name="connsiteY0" fmla="*/ 3905 h 3429277"/>
                <a:gd name="connsiteX1" fmla="*/ 7940293 w 12162971"/>
                <a:gd name="connsiteY1" fmla="*/ 367 h 3429277"/>
                <a:gd name="connsiteX2" fmla="*/ 8072956 w 12162971"/>
                <a:gd name="connsiteY2" fmla="*/ 19386 h 3429277"/>
                <a:gd name="connsiteX3" fmla="*/ 8069943 w 12162971"/>
                <a:gd name="connsiteY3" fmla="*/ 1571448 h 3429277"/>
                <a:gd name="connsiteX4" fmla="*/ 1922465 w 12162971"/>
                <a:gd name="connsiteY4" fmla="*/ 1565256 h 3429277"/>
                <a:gd name="connsiteX5" fmla="*/ 1901371 w 12162971"/>
                <a:gd name="connsiteY5" fmla="*/ 3429277 h 3429277"/>
                <a:gd name="connsiteX6" fmla="*/ 12162971 w 12162971"/>
                <a:gd name="connsiteY6" fmla="*/ 3429277 h 3429277"/>
                <a:gd name="connsiteX0" fmla="*/ 0 w 12162971"/>
                <a:gd name="connsiteY0" fmla="*/ 3905 h 3429277"/>
                <a:gd name="connsiteX1" fmla="*/ 7940293 w 12162971"/>
                <a:gd name="connsiteY1" fmla="*/ 367 h 3429277"/>
                <a:gd name="connsiteX2" fmla="*/ 8072956 w 12162971"/>
                <a:gd name="connsiteY2" fmla="*/ 19386 h 3429277"/>
                <a:gd name="connsiteX3" fmla="*/ 8069943 w 12162971"/>
                <a:gd name="connsiteY3" fmla="*/ 1571448 h 3429277"/>
                <a:gd name="connsiteX4" fmla="*/ 1922465 w 12162971"/>
                <a:gd name="connsiteY4" fmla="*/ 1565256 h 3429277"/>
                <a:gd name="connsiteX5" fmla="*/ 1901371 w 12162971"/>
                <a:gd name="connsiteY5" fmla="*/ 3429277 h 3429277"/>
                <a:gd name="connsiteX6" fmla="*/ 12162971 w 12162971"/>
                <a:gd name="connsiteY6" fmla="*/ 3429277 h 3429277"/>
                <a:gd name="connsiteX0" fmla="*/ 0 w 12162971"/>
                <a:gd name="connsiteY0" fmla="*/ 3905 h 3429277"/>
                <a:gd name="connsiteX1" fmla="*/ 7940293 w 12162971"/>
                <a:gd name="connsiteY1" fmla="*/ 367 h 3429277"/>
                <a:gd name="connsiteX2" fmla="*/ 8072956 w 12162971"/>
                <a:gd name="connsiteY2" fmla="*/ 19386 h 3429277"/>
                <a:gd name="connsiteX3" fmla="*/ 8069943 w 12162971"/>
                <a:gd name="connsiteY3" fmla="*/ 1571448 h 3429277"/>
                <a:gd name="connsiteX4" fmla="*/ 1922465 w 12162971"/>
                <a:gd name="connsiteY4" fmla="*/ 1565256 h 3429277"/>
                <a:gd name="connsiteX5" fmla="*/ 1901371 w 12162971"/>
                <a:gd name="connsiteY5" fmla="*/ 3429277 h 3429277"/>
                <a:gd name="connsiteX6" fmla="*/ 12162971 w 12162971"/>
                <a:gd name="connsiteY6" fmla="*/ 3429277 h 3429277"/>
                <a:gd name="connsiteX0" fmla="*/ 0 w 12162971"/>
                <a:gd name="connsiteY0" fmla="*/ 3905 h 3429277"/>
                <a:gd name="connsiteX1" fmla="*/ 7940293 w 12162971"/>
                <a:gd name="connsiteY1" fmla="*/ 367 h 3429277"/>
                <a:gd name="connsiteX2" fmla="*/ 8072956 w 12162971"/>
                <a:gd name="connsiteY2" fmla="*/ 19386 h 3429277"/>
                <a:gd name="connsiteX3" fmla="*/ 8069943 w 12162971"/>
                <a:gd name="connsiteY3" fmla="*/ 1571448 h 3429277"/>
                <a:gd name="connsiteX4" fmla="*/ 1922465 w 12162971"/>
                <a:gd name="connsiteY4" fmla="*/ 1565256 h 3429277"/>
                <a:gd name="connsiteX5" fmla="*/ 1901371 w 12162971"/>
                <a:gd name="connsiteY5" fmla="*/ 3429277 h 3429277"/>
                <a:gd name="connsiteX6" fmla="*/ 12162971 w 12162971"/>
                <a:gd name="connsiteY6" fmla="*/ 3429277 h 3429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62971" h="3429277">
                  <a:moveTo>
                    <a:pt x="0" y="3905"/>
                  </a:moveTo>
                  <a:lnTo>
                    <a:pt x="7940293" y="367"/>
                  </a:lnTo>
                  <a:cubicBezTo>
                    <a:pt x="7983510" y="-2582"/>
                    <a:pt x="8032753" y="13046"/>
                    <a:pt x="8072956" y="19386"/>
                  </a:cubicBezTo>
                  <a:cubicBezTo>
                    <a:pt x="9117985" y="324186"/>
                    <a:pt x="8795658" y="1585963"/>
                    <a:pt x="8069943" y="1571448"/>
                  </a:cubicBezTo>
                  <a:lnTo>
                    <a:pt x="1922465" y="1565256"/>
                  </a:lnTo>
                  <a:cubicBezTo>
                    <a:pt x="788443" y="1675947"/>
                    <a:pt x="838814" y="3365608"/>
                    <a:pt x="1901371" y="3429277"/>
                  </a:cubicBezTo>
                  <a:lnTo>
                    <a:pt x="12162971" y="3429277"/>
                  </a:lnTo>
                </a:path>
              </a:pathLst>
            </a:custGeom>
            <a:noFill/>
            <a:ln w="44132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Gill Sans MT"/>
                <a:ea typeface="+mn-ea"/>
                <a:cs typeface="+mn-cs"/>
              </a:endParaRPr>
            </a:p>
          </p:txBody>
        </p:sp>
        <p:grpSp>
          <p:nvGrpSpPr>
            <p:cNvPr id="85" name="Group 84">
              <a:extLst>
                <a:ext uri="{FF2B5EF4-FFF2-40B4-BE49-F238E27FC236}">
                  <a16:creationId xmlns:a16="http://schemas.microsoft.com/office/drawing/2014/main" id="{83F77659-E2F2-5A38-D5A5-1D2E6ECE30B5}"/>
                </a:ext>
              </a:extLst>
            </p:cNvPr>
            <p:cNvGrpSpPr/>
            <p:nvPr/>
          </p:nvGrpSpPr>
          <p:grpSpPr>
            <a:xfrm>
              <a:off x="-14990" y="1922398"/>
              <a:ext cx="12180842" cy="3558978"/>
              <a:chOff x="-14990" y="1922398"/>
              <a:chExt cx="12180842" cy="3558978"/>
            </a:xfrm>
          </p:grpSpPr>
          <p:sp>
            <p:nvSpPr>
              <p:cNvPr id="86" name="Freeform 195">
                <a:extLst>
                  <a:ext uri="{FF2B5EF4-FFF2-40B4-BE49-F238E27FC236}">
                    <a16:creationId xmlns:a16="http://schemas.microsoft.com/office/drawing/2014/main" id="{173CD4B4-AB8C-E0B3-6E5F-3894CAC1D650}"/>
                  </a:ext>
                </a:extLst>
              </p:cNvPr>
              <p:cNvSpPr/>
              <p:nvPr/>
            </p:nvSpPr>
            <p:spPr>
              <a:xfrm>
                <a:off x="-14990" y="2031330"/>
                <a:ext cx="12180842" cy="3342092"/>
              </a:xfrm>
              <a:custGeom>
                <a:avLst/>
                <a:gdLst>
                  <a:gd name="connsiteX0" fmla="*/ 0 w 12162971"/>
                  <a:gd name="connsiteY0" fmla="*/ 0 h 3425372"/>
                  <a:gd name="connsiteX1" fmla="*/ 8069943 w 12162971"/>
                  <a:gd name="connsiteY1" fmla="*/ 0 h 3425372"/>
                  <a:gd name="connsiteX2" fmla="*/ 8069943 w 12162971"/>
                  <a:gd name="connsiteY2" fmla="*/ 1567543 h 3425372"/>
                  <a:gd name="connsiteX3" fmla="*/ 1901371 w 12162971"/>
                  <a:gd name="connsiteY3" fmla="*/ 1567543 h 3425372"/>
                  <a:gd name="connsiteX4" fmla="*/ 1901371 w 12162971"/>
                  <a:gd name="connsiteY4" fmla="*/ 3425372 h 3425372"/>
                  <a:gd name="connsiteX5" fmla="*/ 12162971 w 12162971"/>
                  <a:gd name="connsiteY5" fmla="*/ 3425372 h 3425372"/>
                  <a:gd name="connsiteX0" fmla="*/ 0 w 12162971"/>
                  <a:gd name="connsiteY0" fmla="*/ 0 h 3425372"/>
                  <a:gd name="connsiteX1" fmla="*/ 8069943 w 12162971"/>
                  <a:gd name="connsiteY1" fmla="*/ 0 h 3425372"/>
                  <a:gd name="connsiteX2" fmla="*/ 8069943 w 12162971"/>
                  <a:gd name="connsiteY2" fmla="*/ 1567543 h 3425372"/>
                  <a:gd name="connsiteX3" fmla="*/ 1901371 w 12162971"/>
                  <a:gd name="connsiteY3" fmla="*/ 1567543 h 3425372"/>
                  <a:gd name="connsiteX4" fmla="*/ 1901371 w 12162971"/>
                  <a:gd name="connsiteY4" fmla="*/ 3425372 h 3425372"/>
                  <a:gd name="connsiteX5" fmla="*/ 12162971 w 12162971"/>
                  <a:gd name="connsiteY5" fmla="*/ 3425372 h 3425372"/>
                  <a:gd name="connsiteX0" fmla="*/ 0 w 12162971"/>
                  <a:gd name="connsiteY0" fmla="*/ 0 h 3425372"/>
                  <a:gd name="connsiteX1" fmla="*/ 8069943 w 12162971"/>
                  <a:gd name="connsiteY1" fmla="*/ 0 h 3425372"/>
                  <a:gd name="connsiteX2" fmla="*/ 8069943 w 12162971"/>
                  <a:gd name="connsiteY2" fmla="*/ 1567543 h 3425372"/>
                  <a:gd name="connsiteX3" fmla="*/ 1901371 w 12162971"/>
                  <a:gd name="connsiteY3" fmla="*/ 1567543 h 3425372"/>
                  <a:gd name="connsiteX4" fmla="*/ 1901371 w 12162971"/>
                  <a:gd name="connsiteY4" fmla="*/ 3425372 h 3425372"/>
                  <a:gd name="connsiteX5" fmla="*/ 12162971 w 12162971"/>
                  <a:gd name="connsiteY5" fmla="*/ 3425372 h 3425372"/>
                  <a:gd name="connsiteX0" fmla="*/ 0 w 12162971"/>
                  <a:gd name="connsiteY0" fmla="*/ 0 h 3425372"/>
                  <a:gd name="connsiteX1" fmla="*/ 8069943 w 12162971"/>
                  <a:gd name="connsiteY1" fmla="*/ 0 h 3425372"/>
                  <a:gd name="connsiteX2" fmla="*/ 8069943 w 12162971"/>
                  <a:gd name="connsiteY2" fmla="*/ 1567543 h 3425372"/>
                  <a:gd name="connsiteX3" fmla="*/ 1901371 w 12162971"/>
                  <a:gd name="connsiteY3" fmla="*/ 1567543 h 3425372"/>
                  <a:gd name="connsiteX4" fmla="*/ 1901371 w 12162971"/>
                  <a:gd name="connsiteY4" fmla="*/ 3425372 h 3425372"/>
                  <a:gd name="connsiteX5" fmla="*/ 12162971 w 12162971"/>
                  <a:gd name="connsiteY5" fmla="*/ 3425372 h 3425372"/>
                  <a:gd name="connsiteX0" fmla="*/ 0 w 12162971"/>
                  <a:gd name="connsiteY0" fmla="*/ 0 h 3425372"/>
                  <a:gd name="connsiteX1" fmla="*/ 8069943 w 12162971"/>
                  <a:gd name="connsiteY1" fmla="*/ 0 h 3425372"/>
                  <a:gd name="connsiteX2" fmla="*/ 8069943 w 12162971"/>
                  <a:gd name="connsiteY2" fmla="*/ 1567543 h 3425372"/>
                  <a:gd name="connsiteX3" fmla="*/ 1901371 w 12162971"/>
                  <a:gd name="connsiteY3" fmla="*/ 1567543 h 3425372"/>
                  <a:gd name="connsiteX4" fmla="*/ 1901371 w 12162971"/>
                  <a:gd name="connsiteY4" fmla="*/ 3425372 h 3425372"/>
                  <a:gd name="connsiteX5" fmla="*/ 12162971 w 12162971"/>
                  <a:gd name="connsiteY5" fmla="*/ 3425372 h 3425372"/>
                  <a:gd name="connsiteX0" fmla="*/ 0 w 12162971"/>
                  <a:gd name="connsiteY0" fmla="*/ 0 h 3425372"/>
                  <a:gd name="connsiteX1" fmla="*/ 8069943 w 12162971"/>
                  <a:gd name="connsiteY1" fmla="*/ 0 h 3425372"/>
                  <a:gd name="connsiteX2" fmla="*/ 8069943 w 12162971"/>
                  <a:gd name="connsiteY2" fmla="*/ 1567543 h 3425372"/>
                  <a:gd name="connsiteX3" fmla="*/ 1901371 w 12162971"/>
                  <a:gd name="connsiteY3" fmla="*/ 1567543 h 3425372"/>
                  <a:gd name="connsiteX4" fmla="*/ 1901371 w 12162971"/>
                  <a:gd name="connsiteY4" fmla="*/ 3425372 h 3425372"/>
                  <a:gd name="connsiteX5" fmla="*/ 12162971 w 12162971"/>
                  <a:gd name="connsiteY5" fmla="*/ 3425372 h 3425372"/>
                  <a:gd name="connsiteX0" fmla="*/ 0 w 12162971"/>
                  <a:gd name="connsiteY0" fmla="*/ 0 h 3425372"/>
                  <a:gd name="connsiteX1" fmla="*/ 8069943 w 12162971"/>
                  <a:gd name="connsiteY1" fmla="*/ 0 h 3425372"/>
                  <a:gd name="connsiteX2" fmla="*/ 8069943 w 12162971"/>
                  <a:gd name="connsiteY2" fmla="*/ 1567543 h 3425372"/>
                  <a:gd name="connsiteX3" fmla="*/ 1901371 w 12162971"/>
                  <a:gd name="connsiteY3" fmla="*/ 1567543 h 3425372"/>
                  <a:gd name="connsiteX4" fmla="*/ 1901371 w 12162971"/>
                  <a:gd name="connsiteY4" fmla="*/ 3425372 h 3425372"/>
                  <a:gd name="connsiteX5" fmla="*/ 12162971 w 12162971"/>
                  <a:gd name="connsiteY5" fmla="*/ 3425372 h 3425372"/>
                  <a:gd name="connsiteX0" fmla="*/ 0 w 12162971"/>
                  <a:gd name="connsiteY0" fmla="*/ 0 h 3425383"/>
                  <a:gd name="connsiteX1" fmla="*/ 8069943 w 12162971"/>
                  <a:gd name="connsiteY1" fmla="*/ 0 h 3425383"/>
                  <a:gd name="connsiteX2" fmla="*/ 8069943 w 12162971"/>
                  <a:gd name="connsiteY2" fmla="*/ 1567543 h 3425383"/>
                  <a:gd name="connsiteX3" fmla="*/ 1901371 w 12162971"/>
                  <a:gd name="connsiteY3" fmla="*/ 1567543 h 3425383"/>
                  <a:gd name="connsiteX4" fmla="*/ 1901371 w 12162971"/>
                  <a:gd name="connsiteY4" fmla="*/ 3425372 h 3425383"/>
                  <a:gd name="connsiteX5" fmla="*/ 12162971 w 12162971"/>
                  <a:gd name="connsiteY5" fmla="*/ 3425372 h 3425383"/>
                  <a:gd name="connsiteX0" fmla="*/ 0 w 12162971"/>
                  <a:gd name="connsiteY0" fmla="*/ 0 h 3425381"/>
                  <a:gd name="connsiteX1" fmla="*/ 8069943 w 12162971"/>
                  <a:gd name="connsiteY1" fmla="*/ 0 h 3425381"/>
                  <a:gd name="connsiteX2" fmla="*/ 8069943 w 12162971"/>
                  <a:gd name="connsiteY2" fmla="*/ 1567543 h 3425381"/>
                  <a:gd name="connsiteX3" fmla="*/ 1901371 w 12162971"/>
                  <a:gd name="connsiteY3" fmla="*/ 1567543 h 3425381"/>
                  <a:gd name="connsiteX4" fmla="*/ 1901371 w 12162971"/>
                  <a:gd name="connsiteY4" fmla="*/ 3425372 h 3425381"/>
                  <a:gd name="connsiteX5" fmla="*/ 12162971 w 12162971"/>
                  <a:gd name="connsiteY5" fmla="*/ 3425372 h 3425381"/>
                  <a:gd name="connsiteX0" fmla="*/ 0 w 12162971"/>
                  <a:gd name="connsiteY0" fmla="*/ 0 h 3425382"/>
                  <a:gd name="connsiteX1" fmla="*/ 8069943 w 12162971"/>
                  <a:gd name="connsiteY1" fmla="*/ 0 h 3425382"/>
                  <a:gd name="connsiteX2" fmla="*/ 8069943 w 12162971"/>
                  <a:gd name="connsiteY2" fmla="*/ 1567543 h 3425382"/>
                  <a:gd name="connsiteX3" fmla="*/ 1901371 w 12162971"/>
                  <a:gd name="connsiteY3" fmla="*/ 1567543 h 3425382"/>
                  <a:gd name="connsiteX4" fmla="*/ 1901371 w 12162971"/>
                  <a:gd name="connsiteY4" fmla="*/ 3425372 h 3425382"/>
                  <a:gd name="connsiteX5" fmla="*/ 12162971 w 12162971"/>
                  <a:gd name="connsiteY5" fmla="*/ 3425372 h 3425382"/>
                  <a:gd name="connsiteX0" fmla="*/ 0 w 12162971"/>
                  <a:gd name="connsiteY0" fmla="*/ 0 h 3425372"/>
                  <a:gd name="connsiteX1" fmla="*/ 8069943 w 12162971"/>
                  <a:gd name="connsiteY1" fmla="*/ 0 h 3425372"/>
                  <a:gd name="connsiteX2" fmla="*/ 8069943 w 12162971"/>
                  <a:gd name="connsiteY2" fmla="*/ 1567543 h 3425372"/>
                  <a:gd name="connsiteX3" fmla="*/ 1901371 w 12162971"/>
                  <a:gd name="connsiteY3" fmla="*/ 1567543 h 3425372"/>
                  <a:gd name="connsiteX4" fmla="*/ 1901371 w 12162971"/>
                  <a:gd name="connsiteY4" fmla="*/ 3425372 h 3425372"/>
                  <a:gd name="connsiteX5" fmla="*/ 12162971 w 12162971"/>
                  <a:gd name="connsiteY5" fmla="*/ 3425372 h 3425372"/>
                  <a:gd name="connsiteX0" fmla="*/ 0 w 12162971"/>
                  <a:gd name="connsiteY0" fmla="*/ 443 h 3425815"/>
                  <a:gd name="connsiteX1" fmla="*/ 7976454 w 12162971"/>
                  <a:gd name="connsiteY1" fmla="*/ 0 h 3425815"/>
                  <a:gd name="connsiteX2" fmla="*/ 8069943 w 12162971"/>
                  <a:gd name="connsiteY2" fmla="*/ 443 h 3425815"/>
                  <a:gd name="connsiteX3" fmla="*/ 8069943 w 12162971"/>
                  <a:gd name="connsiteY3" fmla="*/ 1567986 h 3425815"/>
                  <a:gd name="connsiteX4" fmla="*/ 1901371 w 12162971"/>
                  <a:gd name="connsiteY4" fmla="*/ 1567986 h 3425815"/>
                  <a:gd name="connsiteX5" fmla="*/ 1901371 w 12162971"/>
                  <a:gd name="connsiteY5" fmla="*/ 3425815 h 3425815"/>
                  <a:gd name="connsiteX6" fmla="*/ 12162971 w 12162971"/>
                  <a:gd name="connsiteY6" fmla="*/ 3425815 h 3425815"/>
                  <a:gd name="connsiteX0" fmla="*/ 0 w 12162971"/>
                  <a:gd name="connsiteY0" fmla="*/ 5653 h 3431025"/>
                  <a:gd name="connsiteX1" fmla="*/ 7976454 w 12162971"/>
                  <a:gd name="connsiteY1" fmla="*/ 5210 h 3431025"/>
                  <a:gd name="connsiteX2" fmla="*/ 8069943 w 12162971"/>
                  <a:gd name="connsiteY2" fmla="*/ 5653 h 3431025"/>
                  <a:gd name="connsiteX3" fmla="*/ 8069943 w 12162971"/>
                  <a:gd name="connsiteY3" fmla="*/ 1573196 h 3431025"/>
                  <a:gd name="connsiteX4" fmla="*/ 1901371 w 12162971"/>
                  <a:gd name="connsiteY4" fmla="*/ 1573196 h 3431025"/>
                  <a:gd name="connsiteX5" fmla="*/ 1901371 w 12162971"/>
                  <a:gd name="connsiteY5" fmla="*/ 3431025 h 3431025"/>
                  <a:gd name="connsiteX6" fmla="*/ 12162971 w 12162971"/>
                  <a:gd name="connsiteY6" fmla="*/ 3431025 h 3431025"/>
                  <a:gd name="connsiteX0" fmla="*/ 0 w 12162971"/>
                  <a:gd name="connsiteY0" fmla="*/ 645 h 3426017"/>
                  <a:gd name="connsiteX1" fmla="*/ 7976454 w 12162971"/>
                  <a:gd name="connsiteY1" fmla="*/ 202 h 3426017"/>
                  <a:gd name="connsiteX2" fmla="*/ 8069943 w 12162971"/>
                  <a:gd name="connsiteY2" fmla="*/ 9934 h 3426017"/>
                  <a:gd name="connsiteX3" fmla="*/ 8069943 w 12162971"/>
                  <a:gd name="connsiteY3" fmla="*/ 1568188 h 3426017"/>
                  <a:gd name="connsiteX4" fmla="*/ 1901371 w 12162971"/>
                  <a:gd name="connsiteY4" fmla="*/ 1568188 h 3426017"/>
                  <a:gd name="connsiteX5" fmla="*/ 1901371 w 12162971"/>
                  <a:gd name="connsiteY5" fmla="*/ 3426017 h 3426017"/>
                  <a:gd name="connsiteX6" fmla="*/ 12162971 w 12162971"/>
                  <a:gd name="connsiteY6" fmla="*/ 3426017 h 3426017"/>
                  <a:gd name="connsiteX0" fmla="*/ 0 w 12162971"/>
                  <a:gd name="connsiteY0" fmla="*/ 443 h 3425815"/>
                  <a:gd name="connsiteX1" fmla="*/ 7976454 w 12162971"/>
                  <a:gd name="connsiteY1" fmla="*/ 0 h 3425815"/>
                  <a:gd name="connsiteX2" fmla="*/ 8069943 w 12162971"/>
                  <a:gd name="connsiteY2" fmla="*/ 12828 h 3425815"/>
                  <a:gd name="connsiteX3" fmla="*/ 8069943 w 12162971"/>
                  <a:gd name="connsiteY3" fmla="*/ 1567986 h 3425815"/>
                  <a:gd name="connsiteX4" fmla="*/ 1901371 w 12162971"/>
                  <a:gd name="connsiteY4" fmla="*/ 1567986 h 3425815"/>
                  <a:gd name="connsiteX5" fmla="*/ 1901371 w 12162971"/>
                  <a:gd name="connsiteY5" fmla="*/ 3425815 h 3425815"/>
                  <a:gd name="connsiteX6" fmla="*/ 12162971 w 12162971"/>
                  <a:gd name="connsiteY6" fmla="*/ 3425815 h 3425815"/>
                  <a:gd name="connsiteX0" fmla="*/ 0 w 12162971"/>
                  <a:gd name="connsiteY0" fmla="*/ 1457 h 3426829"/>
                  <a:gd name="connsiteX1" fmla="*/ 7976454 w 12162971"/>
                  <a:gd name="connsiteY1" fmla="*/ 1014 h 3426829"/>
                  <a:gd name="connsiteX2" fmla="*/ 8069943 w 12162971"/>
                  <a:gd name="connsiteY2" fmla="*/ 13842 h 3426829"/>
                  <a:gd name="connsiteX3" fmla="*/ 8069943 w 12162971"/>
                  <a:gd name="connsiteY3" fmla="*/ 1569000 h 3426829"/>
                  <a:gd name="connsiteX4" fmla="*/ 1901371 w 12162971"/>
                  <a:gd name="connsiteY4" fmla="*/ 1569000 h 3426829"/>
                  <a:gd name="connsiteX5" fmla="*/ 1901371 w 12162971"/>
                  <a:gd name="connsiteY5" fmla="*/ 3426829 h 3426829"/>
                  <a:gd name="connsiteX6" fmla="*/ 12162971 w 12162971"/>
                  <a:gd name="connsiteY6" fmla="*/ 3426829 h 3426829"/>
                  <a:gd name="connsiteX0" fmla="*/ 0 w 12162971"/>
                  <a:gd name="connsiteY0" fmla="*/ 9289 h 3434661"/>
                  <a:gd name="connsiteX1" fmla="*/ 7976454 w 12162971"/>
                  <a:gd name="connsiteY1" fmla="*/ 8846 h 3434661"/>
                  <a:gd name="connsiteX2" fmla="*/ 8069943 w 12162971"/>
                  <a:gd name="connsiteY2" fmla="*/ 21674 h 3434661"/>
                  <a:gd name="connsiteX3" fmla="*/ 8069943 w 12162971"/>
                  <a:gd name="connsiteY3" fmla="*/ 1576832 h 3434661"/>
                  <a:gd name="connsiteX4" fmla="*/ 1901371 w 12162971"/>
                  <a:gd name="connsiteY4" fmla="*/ 1576832 h 3434661"/>
                  <a:gd name="connsiteX5" fmla="*/ 1901371 w 12162971"/>
                  <a:gd name="connsiteY5" fmla="*/ 3434661 h 3434661"/>
                  <a:gd name="connsiteX6" fmla="*/ 12162971 w 12162971"/>
                  <a:gd name="connsiteY6" fmla="*/ 3434661 h 3434661"/>
                  <a:gd name="connsiteX0" fmla="*/ 0 w 12162971"/>
                  <a:gd name="connsiteY0" fmla="*/ 1000 h 3426372"/>
                  <a:gd name="connsiteX1" fmla="*/ 7976454 w 12162971"/>
                  <a:gd name="connsiteY1" fmla="*/ 557 h 3426372"/>
                  <a:gd name="connsiteX2" fmla="*/ 8069943 w 12162971"/>
                  <a:gd name="connsiteY2" fmla="*/ 13385 h 3426372"/>
                  <a:gd name="connsiteX3" fmla="*/ 8069943 w 12162971"/>
                  <a:gd name="connsiteY3" fmla="*/ 1568543 h 3426372"/>
                  <a:gd name="connsiteX4" fmla="*/ 1901371 w 12162971"/>
                  <a:gd name="connsiteY4" fmla="*/ 1568543 h 3426372"/>
                  <a:gd name="connsiteX5" fmla="*/ 1901371 w 12162971"/>
                  <a:gd name="connsiteY5" fmla="*/ 3426372 h 3426372"/>
                  <a:gd name="connsiteX6" fmla="*/ 12162971 w 12162971"/>
                  <a:gd name="connsiteY6" fmla="*/ 3426372 h 3426372"/>
                  <a:gd name="connsiteX0" fmla="*/ 0 w 12162971"/>
                  <a:gd name="connsiteY0" fmla="*/ 7001 h 3432373"/>
                  <a:gd name="connsiteX1" fmla="*/ 7949334 w 12162971"/>
                  <a:gd name="connsiteY1" fmla="*/ 366 h 3432373"/>
                  <a:gd name="connsiteX2" fmla="*/ 8069943 w 12162971"/>
                  <a:gd name="connsiteY2" fmla="*/ 19386 h 3432373"/>
                  <a:gd name="connsiteX3" fmla="*/ 8069943 w 12162971"/>
                  <a:gd name="connsiteY3" fmla="*/ 1574544 h 3432373"/>
                  <a:gd name="connsiteX4" fmla="*/ 1901371 w 12162971"/>
                  <a:gd name="connsiteY4" fmla="*/ 1574544 h 3432373"/>
                  <a:gd name="connsiteX5" fmla="*/ 1901371 w 12162971"/>
                  <a:gd name="connsiteY5" fmla="*/ 3432373 h 3432373"/>
                  <a:gd name="connsiteX6" fmla="*/ 12162971 w 12162971"/>
                  <a:gd name="connsiteY6" fmla="*/ 3432373 h 3432373"/>
                  <a:gd name="connsiteX0" fmla="*/ 0 w 12162971"/>
                  <a:gd name="connsiteY0" fmla="*/ 3981 h 3429353"/>
                  <a:gd name="connsiteX1" fmla="*/ 7940293 w 12162971"/>
                  <a:gd name="connsiteY1" fmla="*/ 443 h 3429353"/>
                  <a:gd name="connsiteX2" fmla="*/ 8069943 w 12162971"/>
                  <a:gd name="connsiteY2" fmla="*/ 16366 h 3429353"/>
                  <a:gd name="connsiteX3" fmla="*/ 8069943 w 12162971"/>
                  <a:gd name="connsiteY3" fmla="*/ 1571524 h 3429353"/>
                  <a:gd name="connsiteX4" fmla="*/ 1901371 w 12162971"/>
                  <a:gd name="connsiteY4" fmla="*/ 1571524 h 3429353"/>
                  <a:gd name="connsiteX5" fmla="*/ 1901371 w 12162971"/>
                  <a:gd name="connsiteY5" fmla="*/ 3429353 h 3429353"/>
                  <a:gd name="connsiteX6" fmla="*/ 12162971 w 12162971"/>
                  <a:gd name="connsiteY6" fmla="*/ 3429353 h 3429353"/>
                  <a:gd name="connsiteX0" fmla="*/ 0 w 12162971"/>
                  <a:gd name="connsiteY0" fmla="*/ 4094 h 3429466"/>
                  <a:gd name="connsiteX1" fmla="*/ 7940293 w 12162971"/>
                  <a:gd name="connsiteY1" fmla="*/ 556 h 3429466"/>
                  <a:gd name="connsiteX2" fmla="*/ 8072956 w 12162971"/>
                  <a:gd name="connsiteY2" fmla="*/ 13383 h 3429466"/>
                  <a:gd name="connsiteX3" fmla="*/ 8069943 w 12162971"/>
                  <a:gd name="connsiteY3" fmla="*/ 1571637 h 3429466"/>
                  <a:gd name="connsiteX4" fmla="*/ 1901371 w 12162971"/>
                  <a:gd name="connsiteY4" fmla="*/ 1571637 h 3429466"/>
                  <a:gd name="connsiteX5" fmla="*/ 1901371 w 12162971"/>
                  <a:gd name="connsiteY5" fmla="*/ 3429466 h 3429466"/>
                  <a:gd name="connsiteX6" fmla="*/ 12162971 w 12162971"/>
                  <a:gd name="connsiteY6" fmla="*/ 3429466 h 3429466"/>
                  <a:gd name="connsiteX0" fmla="*/ 0 w 12162971"/>
                  <a:gd name="connsiteY0" fmla="*/ 4637 h 3430009"/>
                  <a:gd name="connsiteX1" fmla="*/ 7940293 w 12162971"/>
                  <a:gd name="connsiteY1" fmla="*/ 1099 h 3430009"/>
                  <a:gd name="connsiteX2" fmla="*/ 8072956 w 12162971"/>
                  <a:gd name="connsiteY2" fmla="*/ 7733 h 3430009"/>
                  <a:gd name="connsiteX3" fmla="*/ 8069943 w 12162971"/>
                  <a:gd name="connsiteY3" fmla="*/ 1572180 h 3430009"/>
                  <a:gd name="connsiteX4" fmla="*/ 1901371 w 12162971"/>
                  <a:gd name="connsiteY4" fmla="*/ 1572180 h 3430009"/>
                  <a:gd name="connsiteX5" fmla="*/ 1901371 w 12162971"/>
                  <a:gd name="connsiteY5" fmla="*/ 3430009 h 3430009"/>
                  <a:gd name="connsiteX6" fmla="*/ 12162971 w 12162971"/>
                  <a:gd name="connsiteY6" fmla="*/ 3430009 h 3430009"/>
                  <a:gd name="connsiteX0" fmla="*/ 0 w 12162971"/>
                  <a:gd name="connsiteY0" fmla="*/ 3905 h 3429277"/>
                  <a:gd name="connsiteX1" fmla="*/ 7940293 w 12162971"/>
                  <a:gd name="connsiteY1" fmla="*/ 367 h 3429277"/>
                  <a:gd name="connsiteX2" fmla="*/ 8072956 w 12162971"/>
                  <a:gd name="connsiteY2" fmla="*/ 19386 h 3429277"/>
                  <a:gd name="connsiteX3" fmla="*/ 8069943 w 12162971"/>
                  <a:gd name="connsiteY3" fmla="*/ 1571448 h 3429277"/>
                  <a:gd name="connsiteX4" fmla="*/ 1901371 w 12162971"/>
                  <a:gd name="connsiteY4" fmla="*/ 1571448 h 3429277"/>
                  <a:gd name="connsiteX5" fmla="*/ 1901371 w 12162971"/>
                  <a:gd name="connsiteY5" fmla="*/ 3429277 h 3429277"/>
                  <a:gd name="connsiteX6" fmla="*/ 12162971 w 12162971"/>
                  <a:gd name="connsiteY6" fmla="*/ 3429277 h 3429277"/>
                  <a:gd name="connsiteX0" fmla="*/ 0 w 12162971"/>
                  <a:gd name="connsiteY0" fmla="*/ 3905 h 3429277"/>
                  <a:gd name="connsiteX1" fmla="*/ 7940293 w 12162971"/>
                  <a:gd name="connsiteY1" fmla="*/ 367 h 3429277"/>
                  <a:gd name="connsiteX2" fmla="*/ 8072956 w 12162971"/>
                  <a:gd name="connsiteY2" fmla="*/ 19386 h 3429277"/>
                  <a:gd name="connsiteX3" fmla="*/ 8069943 w 12162971"/>
                  <a:gd name="connsiteY3" fmla="*/ 1571448 h 3429277"/>
                  <a:gd name="connsiteX4" fmla="*/ 1922465 w 12162971"/>
                  <a:gd name="connsiteY4" fmla="*/ 1565256 h 3429277"/>
                  <a:gd name="connsiteX5" fmla="*/ 1901371 w 12162971"/>
                  <a:gd name="connsiteY5" fmla="*/ 3429277 h 3429277"/>
                  <a:gd name="connsiteX6" fmla="*/ 12162971 w 12162971"/>
                  <a:gd name="connsiteY6" fmla="*/ 3429277 h 3429277"/>
                  <a:gd name="connsiteX0" fmla="*/ 0 w 12162971"/>
                  <a:gd name="connsiteY0" fmla="*/ 3905 h 3429277"/>
                  <a:gd name="connsiteX1" fmla="*/ 7940293 w 12162971"/>
                  <a:gd name="connsiteY1" fmla="*/ 367 h 3429277"/>
                  <a:gd name="connsiteX2" fmla="*/ 8072956 w 12162971"/>
                  <a:gd name="connsiteY2" fmla="*/ 19386 h 3429277"/>
                  <a:gd name="connsiteX3" fmla="*/ 8069943 w 12162971"/>
                  <a:gd name="connsiteY3" fmla="*/ 1571448 h 3429277"/>
                  <a:gd name="connsiteX4" fmla="*/ 1922465 w 12162971"/>
                  <a:gd name="connsiteY4" fmla="*/ 1565256 h 3429277"/>
                  <a:gd name="connsiteX5" fmla="*/ 1901371 w 12162971"/>
                  <a:gd name="connsiteY5" fmla="*/ 3429277 h 3429277"/>
                  <a:gd name="connsiteX6" fmla="*/ 12162971 w 12162971"/>
                  <a:gd name="connsiteY6" fmla="*/ 3429277 h 3429277"/>
                  <a:gd name="connsiteX0" fmla="*/ 0 w 12162971"/>
                  <a:gd name="connsiteY0" fmla="*/ 3905 h 3429277"/>
                  <a:gd name="connsiteX1" fmla="*/ 7940293 w 12162971"/>
                  <a:gd name="connsiteY1" fmla="*/ 367 h 3429277"/>
                  <a:gd name="connsiteX2" fmla="*/ 8072956 w 12162971"/>
                  <a:gd name="connsiteY2" fmla="*/ 19386 h 3429277"/>
                  <a:gd name="connsiteX3" fmla="*/ 8069943 w 12162971"/>
                  <a:gd name="connsiteY3" fmla="*/ 1571448 h 3429277"/>
                  <a:gd name="connsiteX4" fmla="*/ 1922465 w 12162971"/>
                  <a:gd name="connsiteY4" fmla="*/ 1565256 h 3429277"/>
                  <a:gd name="connsiteX5" fmla="*/ 1901371 w 12162971"/>
                  <a:gd name="connsiteY5" fmla="*/ 3429277 h 3429277"/>
                  <a:gd name="connsiteX6" fmla="*/ 12162971 w 12162971"/>
                  <a:gd name="connsiteY6" fmla="*/ 3429277 h 3429277"/>
                  <a:gd name="connsiteX0" fmla="*/ 0 w 12162971"/>
                  <a:gd name="connsiteY0" fmla="*/ 3905 h 3429277"/>
                  <a:gd name="connsiteX1" fmla="*/ 7940293 w 12162971"/>
                  <a:gd name="connsiteY1" fmla="*/ 367 h 3429277"/>
                  <a:gd name="connsiteX2" fmla="*/ 8072956 w 12162971"/>
                  <a:gd name="connsiteY2" fmla="*/ 19386 h 3429277"/>
                  <a:gd name="connsiteX3" fmla="*/ 8069943 w 12162971"/>
                  <a:gd name="connsiteY3" fmla="*/ 1571448 h 3429277"/>
                  <a:gd name="connsiteX4" fmla="*/ 1922465 w 12162971"/>
                  <a:gd name="connsiteY4" fmla="*/ 1565256 h 3429277"/>
                  <a:gd name="connsiteX5" fmla="*/ 1901371 w 12162971"/>
                  <a:gd name="connsiteY5" fmla="*/ 3429277 h 3429277"/>
                  <a:gd name="connsiteX6" fmla="*/ 12162971 w 12162971"/>
                  <a:gd name="connsiteY6" fmla="*/ 3429277 h 3429277"/>
                  <a:gd name="connsiteX0" fmla="*/ 0 w 12162971"/>
                  <a:gd name="connsiteY0" fmla="*/ 3905 h 3429277"/>
                  <a:gd name="connsiteX1" fmla="*/ 7940293 w 12162971"/>
                  <a:gd name="connsiteY1" fmla="*/ 367 h 3429277"/>
                  <a:gd name="connsiteX2" fmla="*/ 8072956 w 12162971"/>
                  <a:gd name="connsiteY2" fmla="*/ 19386 h 3429277"/>
                  <a:gd name="connsiteX3" fmla="*/ 8069943 w 12162971"/>
                  <a:gd name="connsiteY3" fmla="*/ 1571448 h 3429277"/>
                  <a:gd name="connsiteX4" fmla="*/ 1922465 w 12162971"/>
                  <a:gd name="connsiteY4" fmla="*/ 1565256 h 3429277"/>
                  <a:gd name="connsiteX5" fmla="*/ 1901371 w 12162971"/>
                  <a:gd name="connsiteY5" fmla="*/ 3429277 h 3429277"/>
                  <a:gd name="connsiteX6" fmla="*/ 12162971 w 12162971"/>
                  <a:gd name="connsiteY6" fmla="*/ 3429277 h 3429277"/>
                  <a:gd name="connsiteX0" fmla="*/ 0 w 12162971"/>
                  <a:gd name="connsiteY0" fmla="*/ 3905 h 3429277"/>
                  <a:gd name="connsiteX1" fmla="*/ 7940293 w 12162971"/>
                  <a:gd name="connsiteY1" fmla="*/ 367 h 3429277"/>
                  <a:gd name="connsiteX2" fmla="*/ 8072956 w 12162971"/>
                  <a:gd name="connsiteY2" fmla="*/ 19386 h 3429277"/>
                  <a:gd name="connsiteX3" fmla="*/ 8069943 w 12162971"/>
                  <a:gd name="connsiteY3" fmla="*/ 1571448 h 3429277"/>
                  <a:gd name="connsiteX4" fmla="*/ 1922465 w 12162971"/>
                  <a:gd name="connsiteY4" fmla="*/ 1565256 h 3429277"/>
                  <a:gd name="connsiteX5" fmla="*/ 1901371 w 12162971"/>
                  <a:gd name="connsiteY5" fmla="*/ 3429277 h 3429277"/>
                  <a:gd name="connsiteX6" fmla="*/ 12162971 w 12162971"/>
                  <a:gd name="connsiteY6" fmla="*/ 3429277 h 3429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62971" h="3429277">
                    <a:moveTo>
                      <a:pt x="0" y="3905"/>
                    </a:moveTo>
                    <a:lnTo>
                      <a:pt x="7940293" y="367"/>
                    </a:lnTo>
                    <a:cubicBezTo>
                      <a:pt x="7983510" y="-2582"/>
                      <a:pt x="8032753" y="13046"/>
                      <a:pt x="8072956" y="19386"/>
                    </a:cubicBezTo>
                    <a:cubicBezTo>
                      <a:pt x="9117985" y="324186"/>
                      <a:pt x="8795658" y="1585963"/>
                      <a:pt x="8069943" y="1571448"/>
                    </a:cubicBezTo>
                    <a:lnTo>
                      <a:pt x="1922465" y="1565256"/>
                    </a:lnTo>
                    <a:cubicBezTo>
                      <a:pt x="788443" y="1675947"/>
                      <a:pt x="838814" y="3365608"/>
                      <a:pt x="1901371" y="3429277"/>
                    </a:cubicBezTo>
                    <a:lnTo>
                      <a:pt x="12162971" y="3429277"/>
                    </a:lnTo>
                  </a:path>
                </a:pathLst>
              </a:custGeom>
              <a:noFill/>
              <a:ln w="22225">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Gill Sans MT"/>
                  <a:ea typeface="+mn-ea"/>
                  <a:cs typeface="+mn-cs"/>
                </a:endParaRPr>
              </a:p>
            </p:txBody>
          </p:sp>
          <p:grpSp>
            <p:nvGrpSpPr>
              <p:cNvPr id="87" name="Group 86">
                <a:extLst>
                  <a:ext uri="{FF2B5EF4-FFF2-40B4-BE49-F238E27FC236}">
                    <a16:creationId xmlns:a16="http://schemas.microsoft.com/office/drawing/2014/main" id="{226AC73B-B850-83DA-1E30-76674AF238BD}"/>
                  </a:ext>
                </a:extLst>
              </p:cNvPr>
              <p:cNvGrpSpPr/>
              <p:nvPr/>
            </p:nvGrpSpPr>
            <p:grpSpPr>
              <a:xfrm>
                <a:off x="845605" y="1922398"/>
                <a:ext cx="7519855" cy="3558978"/>
                <a:chOff x="845605" y="1922398"/>
                <a:chExt cx="7519855" cy="3558978"/>
              </a:xfrm>
              <a:solidFill>
                <a:schemeClr val="tx2">
                  <a:lumMod val="65000"/>
                  <a:lumOff val="35000"/>
                </a:schemeClr>
              </a:solidFill>
            </p:grpSpPr>
            <p:sp>
              <p:nvSpPr>
                <p:cNvPr id="88" name="Isosceles Triangle 87">
                  <a:extLst>
                    <a:ext uri="{FF2B5EF4-FFF2-40B4-BE49-F238E27FC236}">
                      <a16:creationId xmlns:a16="http://schemas.microsoft.com/office/drawing/2014/main" id="{86988AB7-059A-F833-FC59-24DFF5F46518}"/>
                    </a:ext>
                  </a:extLst>
                </p:cNvPr>
                <p:cNvSpPr/>
                <p:nvPr/>
              </p:nvSpPr>
              <p:spPr>
                <a:xfrm rot="5400000">
                  <a:off x="793951" y="1974052"/>
                  <a:ext cx="216086" cy="11277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Gill Sans MT"/>
                    <a:ea typeface="+mn-ea"/>
                    <a:cs typeface="+mn-cs"/>
                  </a:endParaRPr>
                </a:p>
              </p:txBody>
            </p:sp>
            <p:sp>
              <p:nvSpPr>
                <p:cNvPr id="89" name="Isosceles Triangle 88">
                  <a:extLst>
                    <a:ext uri="{FF2B5EF4-FFF2-40B4-BE49-F238E27FC236}">
                      <a16:creationId xmlns:a16="http://schemas.microsoft.com/office/drawing/2014/main" id="{EDEF4277-51BB-1471-397E-29A5627F4A6E}"/>
                    </a:ext>
                  </a:extLst>
                </p:cNvPr>
                <p:cNvSpPr/>
                <p:nvPr/>
              </p:nvSpPr>
              <p:spPr>
                <a:xfrm rot="5400000">
                  <a:off x="4513529" y="1974052"/>
                  <a:ext cx="216086" cy="11277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Gill Sans MT"/>
                    <a:ea typeface="+mn-ea"/>
                    <a:cs typeface="+mn-cs"/>
                  </a:endParaRPr>
                </a:p>
              </p:txBody>
            </p:sp>
            <p:sp>
              <p:nvSpPr>
                <p:cNvPr id="90" name="Isosceles Triangle 89">
                  <a:extLst>
                    <a:ext uri="{FF2B5EF4-FFF2-40B4-BE49-F238E27FC236}">
                      <a16:creationId xmlns:a16="http://schemas.microsoft.com/office/drawing/2014/main" id="{CB409C0A-0B55-EDA9-0374-31DA86FEA9DB}"/>
                    </a:ext>
                  </a:extLst>
                </p:cNvPr>
                <p:cNvSpPr/>
                <p:nvPr/>
              </p:nvSpPr>
              <p:spPr>
                <a:xfrm rot="10800000">
                  <a:off x="959881" y="4392865"/>
                  <a:ext cx="216086" cy="11277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Gill Sans MT"/>
                    <a:ea typeface="+mn-ea"/>
                    <a:cs typeface="+mn-cs"/>
                  </a:endParaRPr>
                </a:p>
              </p:txBody>
            </p:sp>
            <p:sp>
              <p:nvSpPr>
                <p:cNvPr id="91" name="Isosceles Triangle 90">
                  <a:extLst>
                    <a:ext uri="{FF2B5EF4-FFF2-40B4-BE49-F238E27FC236}">
                      <a16:creationId xmlns:a16="http://schemas.microsoft.com/office/drawing/2014/main" id="{E0B15697-50DB-8D97-5849-336C1DD40121}"/>
                    </a:ext>
                  </a:extLst>
                </p:cNvPr>
                <p:cNvSpPr/>
                <p:nvPr/>
              </p:nvSpPr>
              <p:spPr>
                <a:xfrm rot="16200000">
                  <a:off x="5823992" y="3505672"/>
                  <a:ext cx="216086" cy="11277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Gill Sans MT"/>
                    <a:ea typeface="+mn-ea"/>
                    <a:cs typeface="+mn-cs"/>
                  </a:endParaRPr>
                </a:p>
              </p:txBody>
            </p:sp>
            <p:sp>
              <p:nvSpPr>
                <p:cNvPr id="92" name="Isosceles Triangle 91">
                  <a:extLst>
                    <a:ext uri="{FF2B5EF4-FFF2-40B4-BE49-F238E27FC236}">
                      <a16:creationId xmlns:a16="http://schemas.microsoft.com/office/drawing/2014/main" id="{E702D5B6-35C9-9691-4624-F90EDBD9DD93}"/>
                    </a:ext>
                  </a:extLst>
                </p:cNvPr>
                <p:cNvSpPr/>
                <p:nvPr/>
              </p:nvSpPr>
              <p:spPr>
                <a:xfrm rot="5400000">
                  <a:off x="7787036" y="1979589"/>
                  <a:ext cx="216086" cy="11277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Gill Sans MT"/>
                    <a:ea typeface="+mn-ea"/>
                    <a:cs typeface="+mn-cs"/>
                  </a:endParaRPr>
                </a:p>
              </p:txBody>
            </p:sp>
            <p:sp>
              <p:nvSpPr>
                <p:cNvPr id="93" name="Isosceles Triangle 92">
                  <a:extLst>
                    <a:ext uri="{FF2B5EF4-FFF2-40B4-BE49-F238E27FC236}">
                      <a16:creationId xmlns:a16="http://schemas.microsoft.com/office/drawing/2014/main" id="{5A0A73C6-BBFA-7B39-3252-2A216C29F5E7}"/>
                    </a:ext>
                  </a:extLst>
                </p:cNvPr>
                <p:cNvSpPr/>
                <p:nvPr/>
              </p:nvSpPr>
              <p:spPr>
                <a:xfrm rot="5400000">
                  <a:off x="4481450" y="5311778"/>
                  <a:ext cx="216086" cy="11277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Gill Sans MT"/>
                    <a:ea typeface="+mn-ea"/>
                    <a:cs typeface="+mn-cs"/>
                  </a:endParaRPr>
                </a:p>
              </p:txBody>
            </p:sp>
            <p:sp>
              <p:nvSpPr>
                <p:cNvPr id="94" name="Isosceles Triangle 93">
                  <a:extLst>
                    <a:ext uri="{FF2B5EF4-FFF2-40B4-BE49-F238E27FC236}">
                      <a16:creationId xmlns:a16="http://schemas.microsoft.com/office/drawing/2014/main" id="{5A37E221-53A0-7379-9AA4-C747080C3073}"/>
                    </a:ext>
                  </a:extLst>
                </p:cNvPr>
                <p:cNvSpPr/>
                <p:nvPr/>
              </p:nvSpPr>
              <p:spPr>
                <a:xfrm rot="5400000">
                  <a:off x="8201028" y="5316944"/>
                  <a:ext cx="216086" cy="11277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Gill Sans MT"/>
                    <a:ea typeface="+mn-ea"/>
                    <a:cs typeface="+mn-cs"/>
                  </a:endParaRPr>
                </a:p>
              </p:txBody>
            </p:sp>
          </p:grpSp>
        </p:grpSp>
      </p:grpSp>
      <p:grpSp>
        <p:nvGrpSpPr>
          <p:cNvPr id="95" name="Group 94">
            <a:extLst>
              <a:ext uri="{FF2B5EF4-FFF2-40B4-BE49-F238E27FC236}">
                <a16:creationId xmlns:a16="http://schemas.microsoft.com/office/drawing/2014/main" id="{466D4867-AB27-4BC1-77E2-6F324DC2114E}"/>
              </a:ext>
            </a:extLst>
          </p:cNvPr>
          <p:cNvGrpSpPr/>
          <p:nvPr/>
        </p:nvGrpSpPr>
        <p:grpSpPr>
          <a:xfrm>
            <a:off x="1743140" y="1242545"/>
            <a:ext cx="6593501" cy="3843490"/>
            <a:chOff x="1326214" y="1599888"/>
            <a:chExt cx="6593501" cy="3843490"/>
          </a:xfrm>
        </p:grpSpPr>
        <p:grpSp>
          <p:nvGrpSpPr>
            <p:cNvPr id="96" name="Group 95">
              <a:extLst>
                <a:ext uri="{FF2B5EF4-FFF2-40B4-BE49-F238E27FC236}">
                  <a16:creationId xmlns:a16="http://schemas.microsoft.com/office/drawing/2014/main" id="{836A060F-0545-B1D5-9FEC-7A4BD167B01E}"/>
                </a:ext>
              </a:extLst>
            </p:cNvPr>
            <p:cNvGrpSpPr/>
            <p:nvPr/>
          </p:nvGrpSpPr>
          <p:grpSpPr>
            <a:xfrm>
              <a:off x="4130538" y="1599888"/>
              <a:ext cx="737472" cy="737471"/>
              <a:chOff x="5507384" y="1554292"/>
              <a:chExt cx="983296" cy="983294"/>
            </a:xfrm>
          </p:grpSpPr>
          <p:grpSp>
            <p:nvGrpSpPr>
              <p:cNvPr id="127" name="Group 126">
                <a:extLst>
                  <a:ext uri="{FF2B5EF4-FFF2-40B4-BE49-F238E27FC236}">
                    <a16:creationId xmlns:a16="http://schemas.microsoft.com/office/drawing/2014/main" id="{83246CB7-E188-7AEC-802A-BBBCB9158E9B}"/>
                  </a:ext>
                </a:extLst>
              </p:cNvPr>
              <p:cNvGrpSpPr/>
              <p:nvPr/>
            </p:nvGrpSpPr>
            <p:grpSpPr>
              <a:xfrm>
                <a:off x="5507384" y="1554292"/>
                <a:ext cx="983296" cy="983294"/>
                <a:chOff x="5507384" y="1554292"/>
                <a:chExt cx="983296" cy="983294"/>
              </a:xfrm>
            </p:grpSpPr>
            <p:sp>
              <p:nvSpPr>
                <p:cNvPr id="129" name="Oval 128">
                  <a:extLst>
                    <a:ext uri="{FF2B5EF4-FFF2-40B4-BE49-F238E27FC236}">
                      <a16:creationId xmlns:a16="http://schemas.microsoft.com/office/drawing/2014/main" id="{81BD136F-CD7C-26A8-EE16-827EE21C8750}"/>
                    </a:ext>
                  </a:extLst>
                </p:cNvPr>
                <p:cNvSpPr/>
                <p:nvPr/>
              </p:nvSpPr>
              <p:spPr>
                <a:xfrm>
                  <a:off x="5507384" y="1554292"/>
                  <a:ext cx="983296" cy="983294"/>
                </a:xfrm>
                <a:prstGeom prst="ellipse">
                  <a:avLst/>
                </a:prstGeom>
                <a:solidFill>
                  <a:schemeClr val="bg2"/>
                </a:solidFill>
                <a:ln>
                  <a:solidFill>
                    <a:schemeClr val="tx2">
                      <a:lumMod val="50000"/>
                      <a:lumOff val="50000"/>
                    </a:schemeClr>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Gill Sans MT"/>
                    <a:ea typeface="+mn-ea"/>
                    <a:cs typeface="+mn-cs"/>
                  </a:endParaRPr>
                </a:p>
              </p:txBody>
            </p:sp>
            <p:sp>
              <p:nvSpPr>
                <p:cNvPr id="130" name="Oval 129">
                  <a:extLst>
                    <a:ext uri="{FF2B5EF4-FFF2-40B4-BE49-F238E27FC236}">
                      <a16:creationId xmlns:a16="http://schemas.microsoft.com/office/drawing/2014/main" id="{FC834BE5-C38C-DB05-4BD2-1E8AD8AA3B36}"/>
                    </a:ext>
                  </a:extLst>
                </p:cNvPr>
                <p:cNvSpPr/>
                <p:nvPr/>
              </p:nvSpPr>
              <p:spPr>
                <a:xfrm>
                  <a:off x="5606805" y="1653713"/>
                  <a:ext cx="784455" cy="784452"/>
                </a:xfrm>
                <a:prstGeom prst="ellipse">
                  <a:avLst/>
                </a:prstGeom>
                <a:gradFill>
                  <a:gsLst>
                    <a:gs pos="2000">
                      <a:srgbClr val="25AD89"/>
                    </a:gs>
                    <a:gs pos="93000">
                      <a:srgbClr val="1F9072"/>
                    </a:gs>
                  </a:gsLst>
                  <a:path path="circle">
                    <a:fillToRect l="50000" t="50000" r="50000" b="5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Gill Sans MT"/>
                    <a:ea typeface="+mn-ea"/>
                    <a:cs typeface="+mn-cs"/>
                  </a:endParaRPr>
                </a:p>
              </p:txBody>
            </p:sp>
          </p:grpSp>
          <p:sp>
            <p:nvSpPr>
              <p:cNvPr id="128" name="TextBox 127">
                <a:extLst>
                  <a:ext uri="{FF2B5EF4-FFF2-40B4-BE49-F238E27FC236}">
                    <a16:creationId xmlns:a16="http://schemas.microsoft.com/office/drawing/2014/main" id="{AB179A88-C0E9-7FC3-1496-AEED05FE0712}"/>
                  </a:ext>
                </a:extLst>
              </p:cNvPr>
              <p:cNvSpPr txBox="1"/>
              <p:nvPr/>
            </p:nvSpPr>
            <p:spPr>
              <a:xfrm>
                <a:off x="5703867" y="1661219"/>
                <a:ext cx="590333" cy="800218"/>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300" b="1" i="0" u="none" strike="noStrike" kern="1200" cap="none" spc="0" normalizeH="0" baseline="0" noProof="0" dirty="0">
                    <a:ln>
                      <a:noFill/>
                    </a:ln>
                    <a:solidFill>
                      <a:srgbClr val="EBEBEB"/>
                    </a:solidFill>
                    <a:effectLst/>
                    <a:uLnTx/>
                    <a:uFillTx/>
                    <a:latin typeface="Britannic Bold" panose="020B0903060703020204" pitchFamily="34" charset="0"/>
                    <a:ea typeface="+mn-ea"/>
                    <a:cs typeface="Arial" panose="020B0604020202020204" pitchFamily="34" charset="0"/>
                  </a:rPr>
                  <a:t>2</a:t>
                </a:r>
              </a:p>
            </p:txBody>
          </p:sp>
        </p:grpSp>
        <p:grpSp>
          <p:nvGrpSpPr>
            <p:cNvPr id="97" name="Group 96">
              <a:extLst>
                <a:ext uri="{FF2B5EF4-FFF2-40B4-BE49-F238E27FC236}">
                  <a16:creationId xmlns:a16="http://schemas.microsoft.com/office/drawing/2014/main" id="{9FDA3374-76C7-AFDF-8E35-4EC202C9632A}"/>
                </a:ext>
              </a:extLst>
            </p:cNvPr>
            <p:cNvGrpSpPr/>
            <p:nvPr/>
          </p:nvGrpSpPr>
          <p:grpSpPr>
            <a:xfrm>
              <a:off x="5532700" y="3004777"/>
              <a:ext cx="737472" cy="737471"/>
              <a:chOff x="7376934" y="3081730"/>
              <a:chExt cx="983296" cy="983294"/>
            </a:xfrm>
          </p:grpSpPr>
          <p:grpSp>
            <p:nvGrpSpPr>
              <p:cNvPr id="123" name="Group 122">
                <a:extLst>
                  <a:ext uri="{FF2B5EF4-FFF2-40B4-BE49-F238E27FC236}">
                    <a16:creationId xmlns:a16="http://schemas.microsoft.com/office/drawing/2014/main" id="{A782C349-5087-452D-F23E-541A72790C60}"/>
                  </a:ext>
                </a:extLst>
              </p:cNvPr>
              <p:cNvGrpSpPr/>
              <p:nvPr/>
            </p:nvGrpSpPr>
            <p:grpSpPr>
              <a:xfrm>
                <a:off x="7376934" y="3081730"/>
                <a:ext cx="983296" cy="983294"/>
                <a:chOff x="7376934" y="3081730"/>
                <a:chExt cx="983296" cy="983294"/>
              </a:xfrm>
            </p:grpSpPr>
            <p:sp>
              <p:nvSpPr>
                <p:cNvPr id="125" name="Oval 124">
                  <a:extLst>
                    <a:ext uri="{FF2B5EF4-FFF2-40B4-BE49-F238E27FC236}">
                      <a16:creationId xmlns:a16="http://schemas.microsoft.com/office/drawing/2014/main" id="{8F21D2D3-CA7D-B5A7-C0F3-C71AE616B9A6}"/>
                    </a:ext>
                  </a:extLst>
                </p:cNvPr>
                <p:cNvSpPr/>
                <p:nvPr/>
              </p:nvSpPr>
              <p:spPr>
                <a:xfrm>
                  <a:off x="7376934" y="3081730"/>
                  <a:ext cx="983296" cy="983294"/>
                </a:xfrm>
                <a:prstGeom prst="ellipse">
                  <a:avLst/>
                </a:prstGeom>
                <a:solidFill>
                  <a:schemeClr val="bg2"/>
                </a:solidFill>
                <a:ln>
                  <a:solidFill>
                    <a:schemeClr val="tx2">
                      <a:lumMod val="50000"/>
                      <a:lumOff val="50000"/>
                    </a:schemeClr>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Gill Sans MT"/>
                    <a:ea typeface="+mn-ea"/>
                    <a:cs typeface="+mn-cs"/>
                  </a:endParaRPr>
                </a:p>
              </p:txBody>
            </p:sp>
            <p:sp>
              <p:nvSpPr>
                <p:cNvPr id="126" name="Oval 125">
                  <a:extLst>
                    <a:ext uri="{FF2B5EF4-FFF2-40B4-BE49-F238E27FC236}">
                      <a16:creationId xmlns:a16="http://schemas.microsoft.com/office/drawing/2014/main" id="{7A9EF387-2B44-5908-FB81-8AC302057B9A}"/>
                    </a:ext>
                  </a:extLst>
                </p:cNvPr>
                <p:cNvSpPr/>
                <p:nvPr/>
              </p:nvSpPr>
              <p:spPr>
                <a:xfrm>
                  <a:off x="7476355" y="3181151"/>
                  <a:ext cx="784455" cy="784452"/>
                </a:xfrm>
                <a:prstGeom prst="ellipse">
                  <a:avLst/>
                </a:prstGeom>
                <a:gradFill>
                  <a:gsLst>
                    <a:gs pos="0">
                      <a:srgbClr val="3B556D"/>
                    </a:gs>
                    <a:gs pos="93000">
                      <a:srgbClr val="202E3B"/>
                    </a:gs>
                  </a:gsLst>
                  <a:path path="circle">
                    <a:fillToRect l="50000" t="50000" r="50000" b="5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Gill Sans MT"/>
                    <a:ea typeface="+mn-ea"/>
                    <a:cs typeface="+mn-cs"/>
                  </a:endParaRPr>
                </a:p>
              </p:txBody>
            </p:sp>
          </p:grpSp>
          <p:sp>
            <p:nvSpPr>
              <p:cNvPr id="124" name="TextBox 123">
                <a:extLst>
                  <a:ext uri="{FF2B5EF4-FFF2-40B4-BE49-F238E27FC236}">
                    <a16:creationId xmlns:a16="http://schemas.microsoft.com/office/drawing/2014/main" id="{C66D27C6-66C3-7F12-9DDC-593FFD2057AF}"/>
                  </a:ext>
                </a:extLst>
              </p:cNvPr>
              <p:cNvSpPr txBox="1"/>
              <p:nvPr/>
            </p:nvSpPr>
            <p:spPr>
              <a:xfrm>
                <a:off x="7572347" y="3188657"/>
                <a:ext cx="592469" cy="800218"/>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300" b="1" i="0" u="none" strike="noStrike" kern="1200" cap="none" spc="0" normalizeH="0" baseline="0" noProof="0" dirty="0">
                    <a:ln>
                      <a:noFill/>
                    </a:ln>
                    <a:solidFill>
                      <a:srgbClr val="EBEBEB"/>
                    </a:solidFill>
                    <a:effectLst/>
                    <a:uLnTx/>
                    <a:uFillTx/>
                    <a:latin typeface="Britannic Bold" panose="020B0903060703020204" pitchFamily="34" charset="0"/>
                    <a:ea typeface="+mn-ea"/>
                    <a:cs typeface="Arial" panose="020B0604020202020204" pitchFamily="34" charset="0"/>
                  </a:rPr>
                  <a:t>3</a:t>
                </a:r>
              </a:p>
            </p:txBody>
          </p:sp>
        </p:grpSp>
        <p:grpSp>
          <p:nvGrpSpPr>
            <p:cNvPr id="98" name="Group 97">
              <a:extLst>
                <a:ext uri="{FF2B5EF4-FFF2-40B4-BE49-F238E27FC236}">
                  <a16:creationId xmlns:a16="http://schemas.microsoft.com/office/drawing/2014/main" id="{00C9C886-61B6-A84F-D1D3-82D346403628}"/>
                </a:ext>
              </a:extLst>
            </p:cNvPr>
            <p:cNvGrpSpPr/>
            <p:nvPr/>
          </p:nvGrpSpPr>
          <p:grpSpPr>
            <a:xfrm>
              <a:off x="2728376" y="3004777"/>
              <a:ext cx="737472" cy="737471"/>
              <a:chOff x="3637835" y="3081730"/>
              <a:chExt cx="983296" cy="983294"/>
            </a:xfrm>
          </p:grpSpPr>
          <p:grpSp>
            <p:nvGrpSpPr>
              <p:cNvPr id="119" name="Group 118">
                <a:extLst>
                  <a:ext uri="{FF2B5EF4-FFF2-40B4-BE49-F238E27FC236}">
                    <a16:creationId xmlns:a16="http://schemas.microsoft.com/office/drawing/2014/main" id="{AA950D42-FA77-D1C6-B55D-86EF92079825}"/>
                  </a:ext>
                </a:extLst>
              </p:cNvPr>
              <p:cNvGrpSpPr/>
              <p:nvPr/>
            </p:nvGrpSpPr>
            <p:grpSpPr>
              <a:xfrm>
                <a:off x="3637835" y="3081730"/>
                <a:ext cx="983296" cy="983294"/>
                <a:chOff x="3637835" y="3081730"/>
                <a:chExt cx="983296" cy="983294"/>
              </a:xfrm>
            </p:grpSpPr>
            <p:sp>
              <p:nvSpPr>
                <p:cNvPr id="121" name="Oval 120">
                  <a:extLst>
                    <a:ext uri="{FF2B5EF4-FFF2-40B4-BE49-F238E27FC236}">
                      <a16:creationId xmlns:a16="http://schemas.microsoft.com/office/drawing/2014/main" id="{A20FED15-D884-8B80-FFFC-640939CFE095}"/>
                    </a:ext>
                  </a:extLst>
                </p:cNvPr>
                <p:cNvSpPr/>
                <p:nvPr/>
              </p:nvSpPr>
              <p:spPr>
                <a:xfrm>
                  <a:off x="3637835" y="3081730"/>
                  <a:ext cx="983296" cy="983294"/>
                </a:xfrm>
                <a:prstGeom prst="ellipse">
                  <a:avLst/>
                </a:prstGeom>
                <a:solidFill>
                  <a:schemeClr val="bg2"/>
                </a:solidFill>
                <a:ln>
                  <a:solidFill>
                    <a:schemeClr val="tx2">
                      <a:lumMod val="50000"/>
                      <a:lumOff val="50000"/>
                    </a:schemeClr>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Gill Sans MT"/>
                    <a:ea typeface="+mn-ea"/>
                    <a:cs typeface="+mn-cs"/>
                  </a:endParaRPr>
                </a:p>
              </p:txBody>
            </p:sp>
            <p:sp>
              <p:nvSpPr>
                <p:cNvPr id="122" name="Oval 121">
                  <a:extLst>
                    <a:ext uri="{FF2B5EF4-FFF2-40B4-BE49-F238E27FC236}">
                      <a16:creationId xmlns:a16="http://schemas.microsoft.com/office/drawing/2014/main" id="{07A4F4BE-D376-81CF-CA32-9F96906D49AD}"/>
                    </a:ext>
                  </a:extLst>
                </p:cNvPr>
                <p:cNvSpPr/>
                <p:nvPr/>
              </p:nvSpPr>
              <p:spPr>
                <a:xfrm>
                  <a:off x="3737256" y="3181151"/>
                  <a:ext cx="784455" cy="784452"/>
                </a:xfrm>
                <a:prstGeom prst="ellipse">
                  <a:avLst/>
                </a:prstGeom>
                <a:gradFill>
                  <a:gsLst>
                    <a:gs pos="0">
                      <a:srgbClr val="DFBE45"/>
                    </a:gs>
                    <a:gs pos="93000">
                      <a:srgbClr val="CBA723"/>
                    </a:gs>
                  </a:gsLst>
                  <a:path path="circle">
                    <a:fillToRect l="50000" t="50000" r="50000" b="5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Gill Sans MT"/>
                    <a:ea typeface="+mn-ea"/>
                    <a:cs typeface="+mn-cs"/>
                  </a:endParaRPr>
                </a:p>
              </p:txBody>
            </p:sp>
          </p:grpSp>
          <p:sp>
            <p:nvSpPr>
              <p:cNvPr id="120" name="TextBox 119">
                <a:extLst>
                  <a:ext uri="{FF2B5EF4-FFF2-40B4-BE49-F238E27FC236}">
                    <a16:creationId xmlns:a16="http://schemas.microsoft.com/office/drawing/2014/main" id="{3C926614-2589-0D51-2376-FF6E8303A239}"/>
                  </a:ext>
                </a:extLst>
              </p:cNvPr>
              <p:cNvSpPr txBox="1"/>
              <p:nvPr/>
            </p:nvSpPr>
            <p:spPr>
              <a:xfrm>
                <a:off x="3834318" y="3188657"/>
                <a:ext cx="590333" cy="800218"/>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300" b="1" i="0" u="none" strike="noStrike" kern="1200" cap="none" spc="0" normalizeH="0" baseline="0" noProof="0" dirty="0">
                    <a:ln>
                      <a:noFill/>
                    </a:ln>
                    <a:solidFill>
                      <a:srgbClr val="EBEBEB"/>
                    </a:solidFill>
                    <a:effectLst/>
                    <a:uLnTx/>
                    <a:uFillTx/>
                    <a:latin typeface="Britannic Bold" panose="020B0903060703020204" pitchFamily="34" charset="0"/>
                    <a:ea typeface="+mn-ea"/>
                    <a:cs typeface="Arial" panose="020B0604020202020204" pitchFamily="34" charset="0"/>
                  </a:rPr>
                  <a:t>4</a:t>
                </a:r>
              </a:p>
            </p:txBody>
          </p:sp>
        </p:grpSp>
        <p:grpSp>
          <p:nvGrpSpPr>
            <p:cNvPr id="99" name="Group 98">
              <a:extLst>
                <a:ext uri="{FF2B5EF4-FFF2-40B4-BE49-F238E27FC236}">
                  <a16:creationId xmlns:a16="http://schemas.microsoft.com/office/drawing/2014/main" id="{62EEB662-A458-8EBC-35D7-C16B42B252EF}"/>
                </a:ext>
              </a:extLst>
            </p:cNvPr>
            <p:cNvGrpSpPr/>
            <p:nvPr/>
          </p:nvGrpSpPr>
          <p:grpSpPr>
            <a:xfrm>
              <a:off x="1593886" y="4705907"/>
              <a:ext cx="737472" cy="737471"/>
              <a:chOff x="2052393" y="4894978"/>
              <a:chExt cx="983296" cy="983294"/>
            </a:xfrm>
          </p:grpSpPr>
          <p:grpSp>
            <p:nvGrpSpPr>
              <p:cNvPr id="115" name="Group 114">
                <a:extLst>
                  <a:ext uri="{FF2B5EF4-FFF2-40B4-BE49-F238E27FC236}">
                    <a16:creationId xmlns:a16="http://schemas.microsoft.com/office/drawing/2014/main" id="{0CE85F0B-89E1-BB9A-0E8F-A8E2172229A2}"/>
                  </a:ext>
                </a:extLst>
              </p:cNvPr>
              <p:cNvGrpSpPr/>
              <p:nvPr/>
            </p:nvGrpSpPr>
            <p:grpSpPr>
              <a:xfrm>
                <a:off x="2052393" y="4894978"/>
                <a:ext cx="983296" cy="983294"/>
                <a:chOff x="2052393" y="4894978"/>
                <a:chExt cx="983296" cy="983294"/>
              </a:xfrm>
            </p:grpSpPr>
            <p:sp>
              <p:nvSpPr>
                <p:cNvPr id="117" name="Oval 116">
                  <a:extLst>
                    <a:ext uri="{FF2B5EF4-FFF2-40B4-BE49-F238E27FC236}">
                      <a16:creationId xmlns:a16="http://schemas.microsoft.com/office/drawing/2014/main" id="{372695F9-CEAE-7367-1F45-47A6331C5C63}"/>
                    </a:ext>
                  </a:extLst>
                </p:cNvPr>
                <p:cNvSpPr/>
                <p:nvPr/>
              </p:nvSpPr>
              <p:spPr>
                <a:xfrm>
                  <a:off x="2052393" y="4894978"/>
                  <a:ext cx="983296" cy="983294"/>
                </a:xfrm>
                <a:prstGeom prst="ellipse">
                  <a:avLst/>
                </a:prstGeom>
                <a:solidFill>
                  <a:schemeClr val="bg2"/>
                </a:solidFill>
                <a:ln>
                  <a:solidFill>
                    <a:schemeClr val="tx2">
                      <a:lumMod val="50000"/>
                      <a:lumOff val="50000"/>
                    </a:schemeClr>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Gill Sans MT"/>
                    <a:ea typeface="+mn-ea"/>
                    <a:cs typeface="+mn-cs"/>
                  </a:endParaRPr>
                </a:p>
              </p:txBody>
            </p:sp>
            <p:sp>
              <p:nvSpPr>
                <p:cNvPr id="118" name="Oval 117">
                  <a:extLst>
                    <a:ext uri="{FF2B5EF4-FFF2-40B4-BE49-F238E27FC236}">
                      <a16:creationId xmlns:a16="http://schemas.microsoft.com/office/drawing/2014/main" id="{1DD73617-44F4-4B1D-AC78-3DA7D76BC4EB}"/>
                    </a:ext>
                  </a:extLst>
                </p:cNvPr>
                <p:cNvSpPr/>
                <p:nvPr/>
              </p:nvSpPr>
              <p:spPr>
                <a:xfrm>
                  <a:off x="2151814" y="4994399"/>
                  <a:ext cx="784455" cy="784452"/>
                </a:xfrm>
                <a:prstGeom prst="ellipse">
                  <a:avLst/>
                </a:prstGeom>
                <a:gradFill>
                  <a:gsLst>
                    <a:gs pos="0">
                      <a:srgbClr val="D63A36"/>
                    </a:gs>
                    <a:gs pos="93000">
                      <a:srgbClr val="AE2724"/>
                    </a:gs>
                  </a:gsLst>
                  <a:path path="circle">
                    <a:fillToRect l="50000" t="50000" r="50000" b="5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Gill Sans MT"/>
                    <a:ea typeface="+mn-ea"/>
                    <a:cs typeface="+mn-cs"/>
                  </a:endParaRPr>
                </a:p>
              </p:txBody>
            </p:sp>
          </p:grpSp>
          <p:sp>
            <p:nvSpPr>
              <p:cNvPr id="116" name="TextBox 115">
                <a:extLst>
                  <a:ext uri="{FF2B5EF4-FFF2-40B4-BE49-F238E27FC236}">
                    <a16:creationId xmlns:a16="http://schemas.microsoft.com/office/drawing/2014/main" id="{BBAC2F45-D2D0-037D-E6D9-C9A761001D9D}"/>
                  </a:ext>
                </a:extLst>
              </p:cNvPr>
              <p:cNvSpPr txBox="1"/>
              <p:nvPr/>
            </p:nvSpPr>
            <p:spPr>
              <a:xfrm>
                <a:off x="2247806" y="5001905"/>
                <a:ext cx="592469" cy="800218"/>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300" b="1" i="0" u="none" strike="noStrike" kern="1200" cap="none" spc="0" normalizeH="0" baseline="0" noProof="0" dirty="0">
                    <a:ln>
                      <a:noFill/>
                    </a:ln>
                    <a:solidFill>
                      <a:srgbClr val="EBEBEB"/>
                    </a:solidFill>
                    <a:effectLst/>
                    <a:uLnTx/>
                    <a:uFillTx/>
                    <a:latin typeface="Britannic Bold" panose="020B0903060703020204" pitchFamily="34" charset="0"/>
                    <a:ea typeface="+mn-ea"/>
                    <a:cs typeface="Arial" panose="020B0604020202020204" pitchFamily="34" charset="0"/>
                  </a:rPr>
                  <a:t>5</a:t>
                </a:r>
              </a:p>
            </p:txBody>
          </p:sp>
        </p:grpSp>
        <p:grpSp>
          <p:nvGrpSpPr>
            <p:cNvPr id="100" name="Group 99">
              <a:extLst>
                <a:ext uri="{FF2B5EF4-FFF2-40B4-BE49-F238E27FC236}">
                  <a16:creationId xmlns:a16="http://schemas.microsoft.com/office/drawing/2014/main" id="{C245C949-589C-D085-97C3-79DD058D3759}"/>
                </a:ext>
              </a:extLst>
            </p:cNvPr>
            <p:cNvGrpSpPr/>
            <p:nvPr/>
          </p:nvGrpSpPr>
          <p:grpSpPr>
            <a:xfrm>
              <a:off x="7182243" y="4705907"/>
              <a:ext cx="737472" cy="737471"/>
              <a:chOff x="9503535" y="4894978"/>
              <a:chExt cx="983296" cy="983294"/>
            </a:xfrm>
          </p:grpSpPr>
          <p:grpSp>
            <p:nvGrpSpPr>
              <p:cNvPr id="111" name="Group 110">
                <a:extLst>
                  <a:ext uri="{FF2B5EF4-FFF2-40B4-BE49-F238E27FC236}">
                    <a16:creationId xmlns:a16="http://schemas.microsoft.com/office/drawing/2014/main" id="{F6846396-888D-D619-9EA6-1C7F6FF45AA9}"/>
                  </a:ext>
                </a:extLst>
              </p:cNvPr>
              <p:cNvGrpSpPr/>
              <p:nvPr/>
            </p:nvGrpSpPr>
            <p:grpSpPr>
              <a:xfrm>
                <a:off x="9503535" y="4894978"/>
                <a:ext cx="983296" cy="983294"/>
                <a:chOff x="9503535" y="4894978"/>
                <a:chExt cx="983296" cy="983294"/>
              </a:xfrm>
            </p:grpSpPr>
            <p:sp>
              <p:nvSpPr>
                <p:cNvPr id="113" name="Oval 112">
                  <a:extLst>
                    <a:ext uri="{FF2B5EF4-FFF2-40B4-BE49-F238E27FC236}">
                      <a16:creationId xmlns:a16="http://schemas.microsoft.com/office/drawing/2014/main" id="{C1A25665-EE46-6F68-20B7-C8FB368B4E3A}"/>
                    </a:ext>
                  </a:extLst>
                </p:cNvPr>
                <p:cNvSpPr/>
                <p:nvPr/>
              </p:nvSpPr>
              <p:spPr>
                <a:xfrm>
                  <a:off x="9503535" y="4894978"/>
                  <a:ext cx="983296" cy="983294"/>
                </a:xfrm>
                <a:prstGeom prst="ellipse">
                  <a:avLst/>
                </a:prstGeom>
                <a:solidFill>
                  <a:schemeClr val="bg2"/>
                </a:solidFill>
                <a:ln>
                  <a:solidFill>
                    <a:schemeClr val="tx2">
                      <a:lumMod val="50000"/>
                      <a:lumOff val="50000"/>
                    </a:schemeClr>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Gill Sans MT"/>
                    <a:ea typeface="+mn-ea"/>
                    <a:cs typeface="+mn-cs"/>
                  </a:endParaRPr>
                </a:p>
              </p:txBody>
            </p:sp>
            <p:sp>
              <p:nvSpPr>
                <p:cNvPr id="114" name="Oval 113">
                  <a:extLst>
                    <a:ext uri="{FF2B5EF4-FFF2-40B4-BE49-F238E27FC236}">
                      <a16:creationId xmlns:a16="http://schemas.microsoft.com/office/drawing/2014/main" id="{3B2B7010-A3A7-79AD-DC2D-DD002590AF24}"/>
                    </a:ext>
                  </a:extLst>
                </p:cNvPr>
                <p:cNvSpPr/>
                <p:nvPr/>
              </p:nvSpPr>
              <p:spPr>
                <a:xfrm>
                  <a:off x="9602956" y="4994399"/>
                  <a:ext cx="784455" cy="784452"/>
                </a:xfrm>
                <a:prstGeom prst="ellipse">
                  <a:avLst/>
                </a:prstGeom>
                <a:gradFill>
                  <a:gsLst>
                    <a:gs pos="2000">
                      <a:srgbClr val="25AD89"/>
                    </a:gs>
                    <a:gs pos="93000">
                      <a:srgbClr val="1F9072"/>
                    </a:gs>
                  </a:gsLst>
                  <a:path path="circle">
                    <a:fillToRect l="50000" t="50000" r="50000" b="5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Gill Sans MT"/>
                    <a:ea typeface="+mn-ea"/>
                    <a:cs typeface="+mn-cs"/>
                  </a:endParaRPr>
                </a:p>
              </p:txBody>
            </p:sp>
          </p:grpSp>
          <p:sp>
            <p:nvSpPr>
              <p:cNvPr id="112" name="TextBox 111">
                <a:extLst>
                  <a:ext uri="{FF2B5EF4-FFF2-40B4-BE49-F238E27FC236}">
                    <a16:creationId xmlns:a16="http://schemas.microsoft.com/office/drawing/2014/main" id="{6A0202A1-E005-079E-1E98-6BA7FDF0A301}"/>
                  </a:ext>
                </a:extLst>
              </p:cNvPr>
              <p:cNvSpPr txBox="1"/>
              <p:nvPr/>
            </p:nvSpPr>
            <p:spPr>
              <a:xfrm>
                <a:off x="9700018" y="5001905"/>
                <a:ext cx="590333" cy="800218"/>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300" b="1" i="0" u="none" strike="noStrike" kern="1200" cap="none" spc="0" normalizeH="0" baseline="0" noProof="0" dirty="0">
                    <a:ln>
                      <a:noFill/>
                    </a:ln>
                    <a:solidFill>
                      <a:srgbClr val="EBEBEB"/>
                    </a:solidFill>
                    <a:effectLst/>
                    <a:uLnTx/>
                    <a:uFillTx/>
                    <a:latin typeface="Britannic Bold" panose="020B0903060703020204" pitchFamily="34" charset="0"/>
                    <a:ea typeface="+mn-ea"/>
                    <a:cs typeface="Arial" panose="020B0604020202020204" pitchFamily="34" charset="0"/>
                  </a:rPr>
                  <a:t>7</a:t>
                </a:r>
              </a:p>
            </p:txBody>
          </p:sp>
        </p:grpSp>
        <p:grpSp>
          <p:nvGrpSpPr>
            <p:cNvPr id="101" name="Group 100">
              <a:extLst>
                <a:ext uri="{FF2B5EF4-FFF2-40B4-BE49-F238E27FC236}">
                  <a16:creationId xmlns:a16="http://schemas.microsoft.com/office/drawing/2014/main" id="{2AD6420F-EF29-AFCD-4CE2-F5CCEBCCCE1B}"/>
                </a:ext>
              </a:extLst>
            </p:cNvPr>
            <p:cNvGrpSpPr/>
            <p:nvPr/>
          </p:nvGrpSpPr>
          <p:grpSpPr>
            <a:xfrm>
              <a:off x="4388065" y="4705907"/>
              <a:ext cx="737472" cy="737471"/>
              <a:chOff x="5777964" y="4894978"/>
              <a:chExt cx="983296" cy="983294"/>
            </a:xfrm>
          </p:grpSpPr>
          <p:grpSp>
            <p:nvGrpSpPr>
              <p:cNvPr id="107" name="Group 106">
                <a:extLst>
                  <a:ext uri="{FF2B5EF4-FFF2-40B4-BE49-F238E27FC236}">
                    <a16:creationId xmlns:a16="http://schemas.microsoft.com/office/drawing/2014/main" id="{09CDE426-798D-D081-BA17-3B41D709F62C}"/>
                  </a:ext>
                </a:extLst>
              </p:cNvPr>
              <p:cNvGrpSpPr/>
              <p:nvPr/>
            </p:nvGrpSpPr>
            <p:grpSpPr>
              <a:xfrm>
                <a:off x="5777964" y="4894978"/>
                <a:ext cx="983296" cy="983294"/>
                <a:chOff x="5777964" y="4894978"/>
                <a:chExt cx="983296" cy="983294"/>
              </a:xfrm>
            </p:grpSpPr>
            <p:sp>
              <p:nvSpPr>
                <p:cNvPr id="109" name="Oval 108">
                  <a:extLst>
                    <a:ext uri="{FF2B5EF4-FFF2-40B4-BE49-F238E27FC236}">
                      <a16:creationId xmlns:a16="http://schemas.microsoft.com/office/drawing/2014/main" id="{D2520773-8F18-DF78-670A-A93D7B71ADFA}"/>
                    </a:ext>
                  </a:extLst>
                </p:cNvPr>
                <p:cNvSpPr/>
                <p:nvPr/>
              </p:nvSpPr>
              <p:spPr>
                <a:xfrm>
                  <a:off x="5777964" y="4894978"/>
                  <a:ext cx="983296" cy="983294"/>
                </a:xfrm>
                <a:prstGeom prst="ellipse">
                  <a:avLst/>
                </a:prstGeom>
                <a:solidFill>
                  <a:schemeClr val="bg2"/>
                </a:solidFill>
                <a:ln>
                  <a:solidFill>
                    <a:schemeClr val="tx2">
                      <a:lumMod val="50000"/>
                      <a:lumOff val="50000"/>
                    </a:schemeClr>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Gill Sans MT"/>
                    <a:ea typeface="+mn-ea"/>
                    <a:cs typeface="+mn-cs"/>
                  </a:endParaRPr>
                </a:p>
              </p:txBody>
            </p:sp>
            <p:sp>
              <p:nvSpPr>
                <p:cNvPr id="110" name="Oval 109">
                  <a:extLst>
                    <a:ext uri="{FF2B5EF4-FFF2-40B4-BE49-F238E27FC236}">
                      <a16:creationId xmlns:a16="http://schemas.microsoft.com/office/drawing/2014/main" id="{F5B0E217-D72B-07EF-33BF-F40E76F739A6}"/>
                    </a:ext>
                  </a:extLst>
                </p:cNvPr>
                <p:cNvSpPr/>
                <p:nvPr/>
              </p:nvSpPr>
              <p:spPr>
                <a:xfrm>
                  <a:off x="5877385" y="4994399"/>
                  <a:ext cx="784455" cy="784452"/>
                </a:xfrm>
                <a:prstGeom prst="ellipse">
                  <a:avLst/>
                </a:prstGeom>
                <a:gradFill>
                  <a:gsLst>
                    <a:gs pos="0">
                      <a:srgbClr val="008DF6"/>
                    </a:gs>
                    <a:gs pos="93000">
                      <a:srgbClr val="0070C0"/>
                    </a:gs>
                  </a:gsLst>
                  <a:path path="circle">
                    <a:fillToRect l="50000" t="50000" r="50000" b="5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Gill Sans MT"/>
                    <a:ea typeface="+mn-ea"/>
                    <a:cs typeface="+mn-cs"/>
                  </a:endParaRPr>
                </a:p>
              </p:txBody>
            </p:sp>
          </p:grpSp>
          <p:sp>
            <p:nvSpPr>
              <p:cNvPr id="108" name="TextBox 107">
                <a:extLst>
                  <a:ext uri="{FF2B5EF4-FFF2-40B4-BE49-F238E27FC236}">
                    <a16:creationId xmlns:a16="http://schemas.microsoft.com/office/drawing/2014/main" id="{115FE2F2-0BBA-B69E-49F3-50302E0F35D8}"/>
                  </a:ext>
                </a:extLst>
              </p:cNvPr>
              <p:cNvSpPr txBox="1"/>
              <p:nvPr/>
            </p:nvSpPr>
            <p:spPr>
              <a:xfrm>
                <a:off x="5973377" y="5001905"/>
                <a:ext cx="592469" cy="800218"/>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300" b="1" i="0" u="none" strike="noStrike" kern="1200" cap="none" spc="0" normalizeH="0" baseline="0" noProof="0" dirty="0">
                    <a:ln>
                      <a:noFill/>
                    </a:ln>
                    <a:solidFill>
                      <a:srgbClr val="EBEBEB"/>
                    </a:solidFill>
                    <a:effectLst/>
                    <a:uLnTx/>
                    <a:uFillTx/>
                    <a:latin typeface="Britannic Bold" panose="020B0903060703020204" pitchFamily="34" charset="0"/>
                    <a:ea typeface="+mn-ea"/>
                    <a:cs typeface="Arial" panose="020B0604020202020204" pitchFamily="34" charset="0"/>
                  </a:rPr>
                  <a:t>6</a:t>
                </a:r>
              </a:p>
            </p:txBody>
          </p:sp>
        </p:grpSp>
        <p:grpSp>
          <p:nvGrpSpPr>
            <p:cNvPr id="102" name="Group 101">
              <a:extLst>
                <a:ext uri="{FF2B5EF4-FFF2-40B4-BE49-F238E27FC236}">
                  <a16:creationId xmlns:a16="http://schemas.microsoft.com/office/drawing/2014/main" id="{73559DAB-FF34-1402-0077-CF03652228CD}"/>
                </a:ext>
              </a:extLst>
            </p:cNvPr>
            <p:cNvGrpSpPr/>
            <p:nvPr/>
          </p:nvGrpSpPr>
          <p:grpSpPr>
            <a:xfrm>
              <a:off x="1326214" y="1599888"/>
              <a:ext cx="737472" cy="737471"/>
              <a:chOff x="1768286" y="1554292"/>
              <a:chExt cx="983296" cy="983294"/>
            </a:xfrm>
          </p:grpSpPr>
          <p:grpSp>
            <p:nvGrpSpPr>
              <p:cNvPr id="103" name="Group 102">
                <a:extLst>
                  <a:ext uri="{FF2B5EF4-FFF2-40B4-BE49-F238E27FC236}">
                    <a16:creationId xmlns:a16="http://schemas.microsoft.com/office/drawing/2014/main" id="{A1B2F126-9C8C-D40D-8BC7-1D095D511BFD}"/>
                  </a:ext>
                </a:extLst>
              </p:cNvPr>
              <p:cNvGrpSpPr/>
              <p:nvPr/>
            </p:nvGrpSpPr>
            <p:grpSpPr>
              <a:xfrm>
                <a:off x="1768286" y="1554292"/>
                <a:ext cx="983296" cy="983294"/>
                <a:chOff x="1768286" y="1554292"/>
                <a:chExt cx="983296" cy="983294"/>
              </a:xfrm>
            </p:grpSpPr>
            <p:sp>
              <p:nvSpPr>
                <p:cNvPr id="105" name="Oval 104">
                  <a:extLst>
                    <a:ext uri="{FF2B5EF4-FFF2-40B4-BE49-F238E27FC236}">
                      <a16:creationId xmlns:a16="http://schemas.microsoft.com/office/drawing/2014/main" id="{C7DFF5AB-2E26-CC7A-4C28-CC53CD0867BF}"/>
                    </a:ext>
                  </a:extLst>
                </p:cNvPr>
                <p:cNvSpPr/>
                <p:nvPr/>
              </p:nvSpPr>
              <p:spPr>
                <a:xfrm>
                  <a:off x="1768286" y="1554292"/>
                  <a:ext cx="983296" cy="983294"/>
                </a:xfrm>
                <a:prstGeom prst="ellipse">
                  <a:avLst/>
                </a:prstGeom>
                <a:solidFill>
                  <a:schemeClr val="bg2"/>
                </a:solidFill>
                <a:ln>
                  <a:solidFill>
                    <a:schemeClr val="tx2">
                      <a:lumMod val="50000"/>
                      <a:lumOff val="50000"/>
                    </a:schemeClr>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Gill Sans MT"/>
                    <a:ea typeface="+mn-ea"/>
                    <a:cs typeface="+mn-cs"/>
                  </a:endParaRPr>
                </a:p>
              </p:txBody>
            </p:sp>
            <p:sp>
              <p:nvSpPr>
                <p:cNvPr id="106" name="Oval 105">
                  <a:extLst>
                    <a:ext uri="{FF2B5EF4-FFF2-40B4-BE49-F238E27FC236}">
                      <a16:creationId xmlns:a16="http://schemas.microsoft.com/office/drawing/2014/main" id="{CA213A37-4135-8988-B9AC-52B6E2CCFE60}"/>
                    </a:ext>
                  </a:extLst>
                </p:cNvPr>
                <p:cNvSpPr/>
                <p:nvPr/>
              </p:nvSpPr>
              <p:spPr>
                <a:xfrm>
                  <a:off x="1867707" y="1653713"/>
                  <a:ext cx="784455" cy="784452"/>
                </a:xfrm>
                <a:prstGeom prst="ellipse">
                  <a:avLst/>
                </a:prstGeom>
                <a:gradFill>
                  <a:gsLst>
                    <a:gs pos="0">
                      <a:srgbClr val="008DF6"/>
                    </a:gs>
                    <a:gs pos="93000">
                      <a:srgbClr val="0070C0"/>
                    </a:gs>
                  </a:gsLst>
                  <a:path path="circle">
                    <a:fillToRect l="50000" t="50000" r="50000" b="5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Gill Sans MT"/>
                    <a:ea typeface="+mn-ea"/>
                    <a:cs typeface="+mn-cs"/>
                  </a:endParaRPr>
                </a:p>
              </p:txBody>
            </p:sp>
          </p:grpSp>
          <p:sp>
            <p:nvSpPr>
              <p:cNvPr id="104" name="TextBox 103">
                <a:extLst>
                  <a:ext uri="{FF2B5EF4-FFF2-40B4-BE49-F238E27FC236}">
                    <a16:creationId xmlns:a16="http://schemas.microsoft.com/office/drawing/2014/main" id="{DBE8F3DF-24F2-56FD-35FF-B6B33FDC3EEE}"/>
                  </a:ext>
                </a:extLst>
              </p:cNvPr>
              <p:cNvSpPr txBox="1"/>
              <p:nvPr/>
            </p:nvSpPr>
            <p:spPr>
              <a:xfrm>
                <a:off x="1995239" y="1661219"/>
                <a:ext cx="529391" cy="800218"/>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300" b="1" i="0" u="none" strike="noStrike" kern="1200" cap="none" spc="0" normalizeH="0" baseline="0" noProof="0" dirty="0">
                    <a:ln>
                      <a:noFill/>
                    </a:ln>
                    <a:solidFill>
                      <a:srgbClr val="EBEBEB"/>
                    </a:solidFill>
                    <a:effectLst/>
                    <a:uLnTx/>
                    <a:uFillTx/>
                    <a:latin typeface="Britannic Bold" panose="020B0903060703020204" pitchFamily="34" charset="0"/>
                    <a:ea typeface="+mn-ea"/>
                    <a:cs typeface="Arial" panose="020B0604020202020204" pitchFamily="34" charset="0"/>
                  </a:rPr>
                  <a:t>1</a:t>
                </a:r>
              </a:p>
            </p:txBody>
          </p:sp>
        </p:grpSp>
      </p:grpSp>
      <p:sp>
        <p:nvSpPr>
          <p:cNvPr id="131" name="TextBox 130">
            <a:extLst>
              <a:ext uri="{FF2B5EF4-FFF2-40B4-BE49-F238E27FC236}">
                <a16:creationId xmlns:a16="http://schemas.microsoft.com/office/drawing/2014/main" id="{9DB8AAFE-1219-9019-8874-CAA884D3D79F}"/>
              </a:ext>
            </a:extLst>
          </p:cNvPr>
          <p:cNvSpPr txBox="1"/>
          <p:nvPr/>
        </p:nvSpPr>
        <p:spPr>
          <a:xfrm>
            <a:off x="327866" y="577218"/>
            <a:ext cx="4103364" cy="830997"/>
          </a:xfrm>
          <a:prstGeom prst="rect">
            <a:avLst/>
          </a:prstGeom>
          <a:noFill/>
        </p:spPr>
        <p:txBody>
          <a:bodyPr wrap="square"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Conduct Governance Risk and Compliance Exercise Assessment Against Cyber Security Framework and Standards Adopted Such as ISO27001, PCI DSS, Bank Of Zambia Cyber Security Guidelines (Archived) </a:t>
            </a:r>
          </a:p>
        </p:txBody>
      </p:sp>
      <p:sp>
        <p:nvSpPr>
          <p:cNvPr id="132" name="TextBox 131">
            <a:extLst>
              <a:ext uri="{FF2B5EF4-FFF2-40B4-BE49-F238E27FC236}">
                <a16:creationId xmlns:a16="http://schemas.microsoft.com/office/drawing/2014/main" id="{113A1718-19E1-782A-100A-4502243D268D}"/>
              </a:ext>
            </a:extLst>
          </p:cNvPr>
          <p:cNvSpPr txBox="1"/>
          <p:nvPr/>
        </p:nvSpPr>
        <p:spPr>
          <a:xfrm>
            <a:off x="4646690" y="756520"/>
            <a:ext cx="3414293" cy="461665"/>
          </a:xfrm>
          <a:prstGeom prst="rect">
            <a:avLst/>
          </a:prstGeom>
          <a:noFill/>
        </p:spPr>
        <p:txBody>
          <a:bodyPr wrap="square"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Create road map for closure against gap analysis against the Assessment (Achieved</a:t>
            </a:r>
            <a:r>
              <a:rPr lang="en-US" sz="1200" b="1" dirty="0">
                <a:solidFill>
                  <a:prstClr val="black"/>
                </a:solidFill>
                <a:latin typeface="Arial" panose="020B0604020202020204" pitchFamily="34" charset="0"/>
                <a:cs typeface="Arial" panose="020B0604020202020204" pitchFamily="34" charset="0"/>
              </a:rPr>
              <a:t>)</a:t>
            </a:r>
            <a:endPar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33" name="TextBox 132">
            <a:extLst>
              <a:ext uri="{FF2B5EF4-FFF2-40B4-BE49-F238E27FC236}">
                <a16:creationId xmlns:a16="http://schemas.microsoft.com/office/drawing/2014/main" id="{12BAE30B-FF71-B6B6-A03C-DB9DA53A93EB}"/>
              </a:ext>
            </a:extLst>
          </p:cNvPr>
          <p:cNvSpPr txBox="1"/>
          <p:nvPr/>
        </p:nvSpPr>
        <p:spPr>
          <a:xfrm>
            <a:off x="1584185" y="2062979"/>
            <a:ext cx="2221146" cy="830997"/>
          </a:xfrm>
          <a:prstGeom prst="rect">
            <a:avLst/>
          </a:prstGeom>
          <a:noFill/>
        </p:spPr>
        <p:txBody>
          <a:bodyPr wrap="square"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Enforcing and Monitoring Adherence of current and New ICT Polices (Work in Progress)</a:t>
            </a:r>
          </a:p>
        </p:txBody>
      </p:sp>
      <p:sp>
        <p:nvSpPr>
          <p:cNvPr id="134" name="TextBox 133">
            <a:extLst>
              <a:ext uri="{FF2B5EF4-FFF2-40B4-BE49-F238E27FC236}">
                <a16:creationId xmlns:a16="http://schemas.microsoft.com/office/drawing/2014/main" id="{C973A5D3-4E49-8B2A-D07C-8F39BDDDEB42}"/>
              </a:ext>
            </a:extLst>
          </p:cNvPr>
          <p:cNvSpPr txBox="1"/>
          <p:nvPr/>
        </p:nvSpPr>
        <p:spPr>
          <a:xfrm>
            <a:off x="3054839" y="5068485"/>
            <a:ext cx="3433853" cy="1200329"/>
          </a:xfrm>
          <a:prstGeom prst="rect">
            <a:avLst/>
          </a:prstGeom>
          <a:noFill/>
        </p:spPr>
        <p:txBody>
          <a:bodyPr wrap="square"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More Repeated End user  Cyber Awareness trainings through various engagements channels such as company news flash, Email and through Teams Sessions and Automated Trainings such as Knowb4 (On Going )</a:t>
            </a:r>
          </a:p>
        </p:txBody>
      </p:sp>
      <p:sp>
        <p:nvSpPr>
          <p:cNvPr id="135" name="TextBox 134">
            <a:extLst>
              <a:ext uri="{FF2B5EF4-FFF2-40B4-BE49-F238E27FC236}">
                <a16:creationId xmlns:a16="http://schemas.microsoft.com/office/drawing/2014/main" id="{4DF51CA1-E04D-0AD8-BA31-8ABB63F09882}"/>
              </a:ext>
            </a:extLst>
          </p:cNvPr>
          <p:cNvSpPr txBox="1"/>
          <p:nvPr/>
        </p:nvSpPr>
        <p:spPr>
          <a:xfrm>
            <a:off x="1010116" y="5136796"/>
            <a:ext cx="1924316" cy="830997"/>
          </a:xfrm>
          <a:prstGeom prst="rect">
            <a:avLst/>
          </a:prstGeom>
          <a:noFill/>
        </p:spPr>
        <p:txBody>
          <a:bodyPr wrap="square"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Ensuring BCP through continuous BCP Failover Activates (Work in Progress)</a:t>
            </a:r>
          </a:p>
        </p:txBody>
      </p:sp>
      <p:sp>
        <p:nvSpPr>
          <p:cNvPr id="136" name="TextBox 135">
            <a:extLst>
              <a:ext uri="{FF2B5EF4-FFF2-40B4-BE49-F238E27FC236}">
                <a16:creationId xmlns:a16="http://schemas.microsoft.com/office/drawing/2014/main" id="{F5E29790-E76F-932D-615E-A8C490DC629D}"/>
              </a:ext>
            </a:extLst>
          </p:cNvPr>
          <p:cNvSpPr txBox="1"/>
          <p:nvPr/>
        </p:nvSpPr>
        <p:spPr>
          <a:xfrm>
            <a:off x="4594386" y="3285517"/>
            <a:ext cx="5194045" cy="1015663"/>
          </a:xfrm>
          <a:prstGeom prst="rect">
            <a:avLst/>
          </a:prstGeom>
          <a:noFill/>
        </p:spPr>
        <p:txBody>
          <a:bodyPr wrap="square"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Implementation of gaps identified through by aligning with adopted Security Standards. This would involve implementation of any Security Technology lacking in the current infrastructure, closure of vulnerabilities found on systems and End user trainings (Work in Progress but Partially Archived) </a:t>
            </a:r>
          </a:p>
        </p:txBody>
      </p:sp>
      <p:sp>
        <p:nvSpPr>
          <p:cNvPr id="137" name="TextBox 136">
            <a:extLst>
              <a:ext uri="{FF2B5EF4-FFF2-40B4-BE49-F238E27FC236}">
                <a16:creationId xmlns:a16="http://schemas.microsoft.com/office/drawing/2014/main" id="{288D3AE4-6569-2296-5D46-46BD8B55B0E6}"/>
              </a:ext>
            </a:extLst>
          </p:cNvPr>
          <p:cNvSpPr txBox="1"/>
          <p:nvPr/>
        </p:nvSpPr>
        <p:spPr>
          <a:xfrm>
            <a:off x="6773122" y="5321461"/>
            <a:ext cx="4187792" cy="461665"/>
          </a:xfrm>
          <a:prstGeom prst="rect">
            <a:avLst/>
          </a:prstGeom>
          <a:noFill/>
        </p:spPr>
        <p:txBody>
          <a:bodyPr wrap="square"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Reassessment and Recheck of compliance levels against the Initial GRC (Pending)</a:t>
            </a:r>
          </a:p>
        </p:txBody>
      </p:sp>
    </p:spTree>
    <p:extLst>
      <p:ext uri="{BB962C8B-B14F-4D97-AF65-F5344CB8AC3E}">
        <p14:creationId xmlns:p14="http://schemas.microsoft.com/office/powerpoint/2010/main" val="8048757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086BD1A-C8B6-4BF0-A490-6040E96DEE8E}"/>
              </a:ext>
            </a:extLst>
          </p:cNvPr>
          <p:cNvSpPr>
            <a:spLocks noGrp="1"/>
          </p:cNvSpPr>
          <p:nvPr>
            <p:ph type="title" idx="4294967295"/>
          </p:nvPr>
        </p:nvSpPr>
        <p:spPr>
          <a:xfrm>
            <a:off x="5846501" y="3276363"/>
            <a:ext cx="11029616" cy="1189554"/>
          </a:xfrm>
          <a:prstGeom prst="rect">
            <a:avLst/>
          </a:prstGeom>
        </p:spPr>
        <p:txBody>
          <a:bodyPr vert="horz" lIns="91440" tIns="45720" rIns="91440" bIns="45720" rtlCol="0" anchor="b">
            <a:norm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defTabSz="457200" rtl="0" eaLnBrk="1" latinLnBrk="0" hangingPunct="1">
              <a:spcBef>
                <a:spcPct val="0"/>
              </a:spcBef>
              <a:buNone/>
            </a:pPr>
            <a:r>
              <a:rPr lang="en-US" dirty="0"/>
              <a:t>Click to edit Master title style</a:t>
            </a:r>
            <a:endParaRPr lang="en-ZA" sz="1600" b="1" i="1" kern="1200" cap="none" dirty="0">
              <a:solidFill>
                <a:schemeClr val="tx1"/>
              </a:solidFill>
              <a:latin typeface="+mn-lt"/>
              <a:ea typeface="+mn-ea"/>
              <a:cs typeface="+mn-cs"/>
            </a:endParaRPr>
          </a:p>
        </p:txBody>
      </p:sp>
      <p:sp>
        <p:nvSpPr>
          <p:cNvPr id="10" name="TextBox 9">
            <a:extLst>
              <a:ext uri="{FF2B5EF4-FFF2-40B4-BE49-F238E27FC236}">
                <a16:creationId xmlns:a16="http://schemas.microsoft.com/office/drawing/2014/main" id="{6297A069-B628-B211-B04C-722B3614B8B8}"/>
              </a:ext>
            </a:extLst>
          </p:cNvPr>
          <p:cNvSpPr txBox="1"/>
          <p:nvPr/>
        </p:nvSpPr>
        <p:spPr>
          <a:xfrm>
            <a:off x="353799" y="111886"/>
            <a:ext cx="9858021"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ill Sans MT"/>
                <a:ea typeface="+mn-ea"/>
                <a:cs typeface="Arial" panose="020B0604020202020204" pitchFamily="34" charset="0"/>
              </a:rPr>
              <a:t> </a:t>
            </a:r>
            <a:r>
              <a:rPr kumimoji="0" lang="en-US" sz="1800" b="1" i="0" u="none" strike="noStrike" kern="1200" cap="none" spc="0" normalizeH="0" baseline="0" noProof="0" dirty="0">
                <a:ln>
                  <a:noFill/>
                </a:ln>
                <a:solidFill>
                  <a:srgbClr val="008000"/>
                </a:solidFill>
                <a:effectLst/>
                <a:uLnTx/>
                <a:uFillTx/>
                <a:latin typeface="Gill Sans MT"/>
                <a:ea typeface="+mn-ea"/>
                <a:cs typeface="Arial" panose="020B0604020202020204" pitchFamily="34" charset="0"/>
              </a:rPr>
              <a:t>Achievements and Pending </a:t>
            </a:r>
            <a:r>
              <a:rPr kumimoji="0" lang="en-US" sz="1800" b="1" i="0" u="none" strike="noStrike" kern="1200" cap="none" spc="0" normalizeH="0" baseline="0" noProof="0" dirty="0">
                <a:ln>
                  <a:noFill/>
                </a:ln>
                <a:solidFill>
                  <a:schemeClr val="accent1">
                    <a:lumMod val="75000"/>
                  </a:schemeClr>
                </a:solidFill>
                <a:effectLst/>
                <a:uLnTx/>
                <a:uFillTx/>
                <a:latin typeface="Gill Sans MT"/>
                <a:ea typeface="+mn-ea"/>
                <a:cs typeface="Arial" panose="020B0604020202020204" pitchFamily="34" charset="0"/>
              </a:rPr>
              <a:t>Actions  - </a:t>
            </a:r>
            <a:r>
              <a:rPr kumimoji="0" lang="en-US" sz="1800" b="0" i="0" u="none" strike="noStrike" kern="1200" cap="none" spc="0" normalizeH="0" baseline="0" noProof="0" dirty="0">
                <a:ln>
                  <a:noFill/>
                </a:ln>
                <a:solidFill>
                  <a:schemeClr val="accent1">
                    <a:lumMod val="75000"/>
                  </a:schemeClr>
                </a:solidFill>
                <a:effectLst/>
                <a:uLnTx/>
                <a:uFillTx/>
                <a:latin typeface="Gill Sans MT"/>
                <a:ea typeface="+mn-ea"/>
                <a:cs typeface="Arial" panose="020B0604020202020204" pitchFamily="34" charset="0"/>
              </a:rPr>
              <a:t>Cyber Security Strategy Journey for 2023 -2024   </a:t>
            </a:r>
          </a:p>
        </p:txBody>
      </p:sp>
      <p:sp>
        <p:nvSpPr>
          <p:cNvPr id="4" name="TextBox 3">
            <a:extLst>
              <a:ext uri="{FF2B5EF4-FFF2-40B4-BE49-F238E27FC236}">
                <a16:creationId xmlns:a16="http://schemas.microsoft.com/office/drawing/2014/main" id="{C7FD292C-0503-4FC9-5B25-6F823676B035}"/>
              </a:ext>
            </a:extLst>
          </p:cNvPr>
          <p:cNvSpPr txBox="1"/>
          <p:nvPr/>
        </p:nvSpPr>
        <p:spPr>
          <a:xfrm>
            <a:off x="539646" y="779489"/>
            <a:ext cx="5306855" cy="5693866"/>
          </a:xfrm>
          <a:prstGeom prst="rect">
            <a:avLst/>
          </a:prstGeom>
          <a:noFill/>
        </p:spPr>
        <p:txBody>
          <a:bodyPr wrap="square" rtlCol="0">
            <a:spAutoFit/>
          </a:bodyPr>
          <a:lstStyle/>
          <a:p>
            <a:r>
              <a:rPr lang="en-US" sz="1400" b="1" dirty="0"/>
              <a:t>Achievements So Far Against Strategy</a:t>
            </a:r>
          </a:p>
          <a:p>
            <a:endParaRPr lang="en-US" sz="1400" b="1" dirty="0"/>
          </a:p>
          <a:p>
            <a:pPr marL="285750" indent="-285750">
              <a:buFont typeface="Arial" panose="020B0604020202020204" pitchFamily="34" charset="0"/>
              <a:buChar char="•"/>
            </a:pPr>
            <a:r>
              <a:rPr lang="en-US" sz="1400" b="1" dirty="0"/>
              <a:t>Concluded and Conducted the First Ever Governance Risk and Compliance Exercise against the BOZ Cyber Security Guidelines, Data Protection Act of 2021, ISO 27001 and PCI DSS.</a:t>
            </a:r>
          </a:p>
          <a:p>
            <a:pPr marL="285750" indent="-285750">
              <a:buFont typeface="Arial" panose="020B0604020202020204" pitchFamily="34" charset="0"/>
              <a:buChar char="•"/>
            </a:pPr>
            <a:r>
              <a:rPr lang="en-US" sz="1400" b="1" dirty="0"/>
              <a:t>Formulated a Tracker and Road Map against the GRC exercise to close identified Gaps</a:t>
            </a:r>
          </a:p>
          <a:p>
            <a:pPr marL="285750" indent="-285750">
              <a:buFont typeface="Arial" panose="020B0604020202020204" pitchFamily="34" charset="0"/>
              <a:buChar char="•"/>
            </a:pPr>
            <a:r>
              <a:rPr lang="en-US" sz="1400" b="1" dirty="0"/>
              <a:t>Implemented Security Operating Center Services for improved 24/7 cyber security oversite on NATSAVE systems</a:t>
            </a:r>
          </a:p>
          <a:p>
            <a:pPr marL="285750" indent="-285750">
              <a:buFont typeface="Arial" panose="020B0604020202020204" pitchFamily="34" charset="0"/>
              <a:buChar char="•"/>
            </a:pPr>
            <a:r>
              <a:rPr lang="en-US" sz="1400" b="1" dirty="0"/>
              <a:t> Implemented Automated End-user cyber security awareness training through Knowb4 for improved end user cyber awareness.</a:t>
            </a:r>
          </a:p>
          <a:p>
            <a:pPr marL="285750" indent="-285750">
              <a:buFont typeface="Arial" panose="020B0604020202020204" pitchFamily="34" charset="0"/>
              <a:buChar char="•"/>
            </a:pPr>
            <a:r>
              <a:rPr lang="en-US" sz="1400" b="1" dirty="0"/>
              <a:t>Implemented a 2</a:t>
            </a:r>
            <a:r>
              <a:rPr lang="en-US" sz="1400" b="1" baseline="30000" dirty="0"/>
              <a:t>nd</a:t>
            </a:r>
            <a:r>
              <a:rPr lang="en-US" sz="1400" b="1" dirty="0"/>
              <a:t> layer Firewall for improved protection of in house critical systems using ISO 27001 standards</a:t>
            </a:r>
          </a:p>
          <a:p>
            <a:pPr marL="285750" indent="-285750">
              <a:buFont typeface="Arial" panose="020B0604020202020204" pitchFamily="34" charset="0"/>
              <a:buChar char="•"/>
            </a:pPr>
            <a:r>
              <a:rPr lang="en-US" sz="1400" b="1" dirty="0"/>
              <a:t>Replaced traditional Anti virus with EDR (Endpoint Detection and Response)  for improved end point protection</a:t>
            </a:r>
          </a:p>
          <a:p>
            <a:pPr marL="285750" indent="-285750">
              <a:buFont typeface="Arial" panose="020B0604020202020204" pitchFamily="34" charset="0"/>
              <a:buChar char="•"/>
            </a:pPr>
            <a:r>
              <a:rPr lang="en-US" sz="1400" b="1" dirty="0"/>
              <a:t>Ensure consistent OS patching</a:t>
            </a:r>
          </a:p>
          <a:p>
            <a:pPr marL="285750" indent="-285750">
              <a:buFont typeface="Arial" panose="020B0604020202020204" pitchFamily="34" charset="0"/>
              <a:buChar char="•"/>
            </a:pPr>
            <a:r>
              <a:rPr lang="en-US" sz="1400" b="1" dirty="0"/>
              <a:t>Implemented two factor authentication for all MS 365 users.</a:t>
            </a:r>
          </a:p>
          <a:p>
            <a:pPr marL="285750" indent="-285750">
              <a:buFont typeface="Arial" panose="020B0604020202020204" pitchFamily="34" charset="0"/>
              <a:buChar char="•"/>
            </a:pPr>
            <a:r>
              <a:rPr lang="en-US" sz="1400" b="1" dirty="0"/>
              <a:t>Conduct Cyber Security Attestations against newly and existing on boarded third parties</a:t>
            </a:r>
          </a:p>
          <a:p>
            <a:pPr marL="285750" indent="-285750">
              <a:buFont typeface="Arial" panose="020B0604020202020204" pitchFamily="34" charset="0"/>
              <a:buChar char="•"/>
            </a:pPr>
            <a:r>
              <a:rPr lang="en-US" sz="1400" b="1" dirty="0"/>
              <a:t>Implemented AML system</a:t>
            </a:r>
          </a:p>
          <a:p>
            <a:pPr marL="285750" indent="-285750">
              <a:buFont typeface="Arial" panose="020B0604020202020204" pitchFamily="34" charset="0"/>
              <a:buChar char="•"/>
            </a:pPr>
            <a:r>
              <a:rPr lang="en-US" sz="1400" b="1" dirty="0"/>
              <a:t>Conduct Periodic  System Vulnerability assessments </a:t>
            </a:r>
          </a:p>
        </p:txBody>
      </p:sp>
      <p:sp>
        <p:nvSpPr>
          <p:cNvPr id="5" name="TextBox 4">
            <a:extLst>
              <a:ext uri="{FF2B5EF4-FFF2-40B4-BE49-F238E27FC236}">
                <a16:creationId xmlns:a16="http://schemas.microsoft.com/office/drawing/2014/main" id="{7331B7FF-A5E3-042E-7422-35CE8F63690F}"/>
              </a:ext>
            </a:extLst>
          </p:cNvPr>
          <p:cNvSpPr txBox="1"/>
          <p:nvPr/>
        </p:nvSpPr>
        <p:spPr>
          <a:xfrm>
            <a:off x="6096000" y="779489"/>
            <a:ext cx="5306855" cy="4185761"/>
          </a:xfrm>
          <a:prstGeom prst="rect">
            <a:avLst/>
          </a:prstGeom>
          <a:noFill/>
        </p:spPr>
        <p:txBody>
          <a:bodyPr wrap="square" rtlCol="0">
            <a:spAutoFit/>
          </a:bodyPr>
          <a:lstStyle/>
          <a:p>
            <a:r>
              <a:rPr lang="en-US" sz="1400" b="1" dirty="0"/>
              <a:t>Pending Goals Against Roadmap</a:t>
            </a:r>
          </a:p>
          <a:p>
            <a:endParaRPr lang="en-US" sz="1400" b="1" dirty="0"/>
          </a:p>
          <a:p>
            <a:pPr marL="285750" indent="-285750">
              <a:buFont typeface="Arial" panose="020B0604020202020204" pitchFamily="34" charset="0"/>
              <a:buChar char="•"/>
            </a:pPr>
            <a:r>
              <a:rPr lang="en-US" sz="1400" b="1" dirty="0"/>
              <a:t>Implement Privileged Access Management system for tight ICT administrator control </a:t>
            </a:r>
          </a:p>
          <a:p>
            <a:pPr marL="285750" indent="-285750">
              <a:buFont typeface="Arial" panose="020B0604020202020204" pitchFamily="34" charset="0"/>
              <a:buChar char="•"/>
            </a:pPr>
            <a:r>
              <a:rPr lang="en-US" sz="1400" b="1" dirty="0"/>
              <a:t>Implement Air Gapped System Backup solutions for improved cyber resilience against ransomware attacks and improved data loss prevention</a:t>
            </a:r>
          </a:p>
          <a:p>
            <a:pPr marL="285750" indent="-285750">
              <a:buFont typeface="Arial" panose="020B0604020202020204" pitchFamily="34" charset="0"/>
              <a:buChar char="•"/>
            </a:pPr>
            <a:r>
              <a:rPr lang="en-US" sz="1400" b="1" dirty="0"/>
              <a:t>Implement Centralized  </a:t>
            </a:r>
          </a:p>
          <a:p>
            <a:pPr marL="285750" indent="-285750">
              <a:buFont typeface="Arial" panose="020B0604020202020204" pitchFamily="34" charset="0"/>
              <a:buChar char="•"/>
            </a:pPr>
            <a:r>
              <a:rPr lang="en-US" sz="1400" b="1" dirty="0"/>
              <a:t>Implement Dark web monitoring for credential theft</a:t>
            </a:r>
          </a:p>
          <a:p>
            <a:pPr marL="285750" indent="-285750">
              <a:buFont typeface="Arial" panose="020B0604020202020204" pitchFamily="34" charset="0"/>
              <a:buChar char="•"/>
            </a:pPr>
            <a:r>
              <a:rPr lang="en-US" sz="1400" b="1" dirty="0"/>
              <a:t>Enhance Web application protection with the implementation of WAF services</a:t>
            </a:r>
          </a:p>
          <a:p>
            <a:pPr marL="285750" indent="-285750">
              <a:buFont typeface="Arial" panose="020B0604020202020204" pitchFamily="34" charset="0"/>
              <a:buChar char="•"/>
            </a:pPr>
            <a:r>
              <a:rPr lang="en-US" sz="1400" b="1" dirty="0"/>
              <a:t>Revise and implement revised ICT policies that address gaps identified by the GRC exercise.</a:t>
            </a:r>
          </a:p>
          <a:p>
            <a:pPr marL="285750" indent="-285750">
              <a:buFont typeface="Arial" panose="020B0604020202020204" pitchFamily="34" charset="0"/>
              <a:buChar char="•"/>
            </a:pPr>
            <a:r>
              <a:rPr lang="en-US" sz="1400" b="1" dirty="0"/>
              <a:t>Implement Cyber security in all matters HR</a:t>
            </a:r>
          </a:p>
          <a:p>
            <a:pPr marL="285750" indent="-285750">
              <a:buFont typeface="Arial" panose="020B0604020202020204" pitchFamily="34" charset="0"/>
              <a:buChar char="•"/>
            </a:pPr>
            <a:r>
              <a:rPr lang="en-US" sz="1400" b="1" dirty="0"/>
              <a:t>Implement well defined Incident Management response plan </a:t>
            </a:r>
          </a:p>
          <a:p>
            <a:pPr marL="285750" indent="-285750">
              <a:buFont typeface="Arial" panose="020B0604020202020204" pitchFamily="34" charset="0"/>
              <a:buChar char="•"/>
            </a:pPr>
            <a:r>
              <a:rPr lang="en-US" sz="1400" b="1" dirty="0"/>
              <a:t>Implement a well-defined communication plan and policy</a:t>
            </a:r>
          </a:p>
          <a:p>
            <a:pPr marL="285750" indent="-285750">
              <a:buFont typeface="Arial" panose="020B0604020202020204" pitchFamily="34" charset="0"/>
              <a:buChar char="•"/>
            </a:pPr>
            <a:r>
              <a:rPr lang="en-US" sz="1400" b="1" dirty="0"/>
              <a:t>Implement Identity Access Management for improved and centralized end user credential management</a:t>
            </a:r>
          </a:p>
        </p:txBody>
      </p:sp>
    </p:spTree>
    <p:extLst>
      <p:ext uri="{BB962C8B-B14F-4D97-AF65-F5344CB8AC3E}">
        <p14:creationId xmlns:p14="http://schemas.microsoft.com/office/powerpoint/2010/main" val="3558195372"/>
      </p:ext>
    </p:extLst>
  </p:cSld>
  <p:clrMapOvr>
    <a:masterClrMapping/>
  </p:clrMapOvr>
</p:sld>
</file>

<file path=ppt/theme/theme1.xml><?xml version="1.0" encoding="utf-8"?>
<a:theme xmlns:a="http://schemas.openxmlformats.org/drawingml/2006/main" name="Dividend">
  <a:themeElements>
    <a:clrScheme name="Custom 6">
      <a:dk1>
        <a:sysClr val="windowText" lastClr="000000"/>
      </a:dk1>
      <a:lt1>
        <a:sysClr val="window" lastClr="FFFFFF"/>
      </a:lt1>
      <a:dk2>
        <a:srgbClr val="3D3D3D"/>
      </a:dk2>
      <a:lt2>
        <a:srgbClr val="EBEBEB"/>
      </a:lt2>
      <a:accent1>
        <a:srgbClr val="00B050"/>
      </a:accent1>
      <a:accent2>
        <a:srgbClr val="BF9000"/>
      </a:accent2>
      <a:accent3>
        <a:srgbClr val="FFC000"/>
      </a:accent3>
      <a:accent4>
        <a:srgbClr val="00B050"/>
      </a:accent4>
      <a:accent5>
        <a:srgbClr val="66B1CE"/>
      </a:accent5>
      <a:accent6>
        <a:srgbClr val="40619D"/>
      </a:accent6>
      <a:hlink>
        <a:srgbClr val="828282"/>
      </a:hlink>
      <a:folHlink>
        <a:srgbClr val="A5A5A5"/>
      </a:folHlink>
    </a:clrScheme>
    <a:fontScheme name="Dividend">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rgChart13_16x9.potx" id="{30B6B7DB-9D08-4A25-AC4A-BD1346C5BC18}" vid="{73269AAA-9A26-4A89-AF5A-B8A22036B9C7}"/>
    </a:ext>
  </a:extLst>
</a:theme>
</file>

<file path=ppt/theme/theme2.xml><?xml version="1.0" encoding="utf-8"?>
<a:theme xmlns:a="http://schemas.openxmlformats.org/drawingml/2006/main" name="1_Dividend">
  <a:themeElements>
    <a:clrScheme name="Custom 6">
      <a:dk1>
        <a:sysClr val="windowText" lastClr="000000"/>
      </a:dk1>
      <a:lt1>
        <a:sysClr val="window" lastClr="FFFFFF"/>
      </a:lt1>
      <a:dk2>
        <a:srgbClr val="3D3D3D"/>
      </a:dk2>
      <a:lt2>
        <a:srgbClr val="EBEBEB"/>
      </a:lt2>
      <a:accent1>
        <a:srgbClr val="00B050"/>
      </a:accent1>
      <a:accent2>
        <a:srgbClr val="BF9000"/>
      </a:accent2>
      <a:accent3>
        <a:srgbClr val="FFC000"/>
      </a:accent3>
      <a:accent4>
        <a:srgbClr val="00B050"/>
      </a:accent4>
      <a:accent5>
        <a:srgbClr val="66B1CE"/>
      </a:accent5>
      <a:accent6>
        <a:srgbClr val="40619D"/>
      </a:accent6>
      <a:hlink>
        <a:srgbClr val="828282"/>
      </a:hlink>
      <a:folHlink>
        <a:srgbClr val="A5A5A5"/>
      </a:folHlink>
    </a:clrScheme>
    <a:fontScheme name="Dividend">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rgChart13_16x9.potx" id="{30B6B7DB-9D08-4A25-AC4A-BD1346C5BC18}" vid="{73269AAA-9A26-4A89-AF5A-B8A22036B9C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TotalTime>
  <Words>468</Words>
  <Application>Microsoft Office PowerPoint</Application>
  <PresentationFormat>Widescreen</PresentationFormat>
  <Paragraphs>52</Paragraphs>
  <Slides>3</Slides>
  <Notes>3</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3</vt:i4>
      </vt:variant>
    </vt:vector>
  </HeadingPairs>
  <TitlesOfParts>
    <vt:vector size="13" baseType="lpstr">
      <vt:lpstr>Aptos</vt:lpstr>
      <vt:lpstr>Arial</vt:lpstr>
      <vt:lpstr>Britannic Bold</vt:lpstr>
      <vt:lpstr>Calibri</vt:lpstr>
      <vt:lpstr>Gill Sans MT</vt:lpstr>
      <vt:lpstr>Lato Bold</vt:lpstr>
      <vt:lpstr>Lato Regular</vt:lpstr>
      <vt:lpstr>Wingdings 2</vt:lpstr>
      <vt:lpstr>Dividend</vt:lpstr>
      <vt:lpstr>1_Dividend</vt:lpstr>
      <vt:lpstr>PowerPoint Presentation</vt:lpstr>
      <vt:lpstr>Click to edit Master title style</vt:lpstr>
      <vt:lpstr>Click to edit Master title style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Chapwe Telebwe: NATSAVE</dc:creator>
  <cp:lastModifiedBy>Chapwe Telebwe: NATSAVE</cp:lastModifiedBy>
  <cp:revision>1</cp:revision>
  <dcterms:created xsi:type="dcterms:W3CDTF">2024-09-23T12:03:46Z</dcterms:created>
  <dcterms:modified xsi:type="dcterms:W3CDTF">2024-09-23T12:40:05Z</dcterms:modified>
</cp:coreProperties>
</file>